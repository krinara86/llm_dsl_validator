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71" r:id="rId4"/>
    <p:sldId id="272" r:id="rId5"/>
    <p:sldId id="258" r:id="rId6"/>
    <p:sldId id="273" r:id="rId7"/>
    <p:sldId id="260" r:id="rId8"/>
    <p:sldId id="262" r:id="rId9"/>
    <p:sldId id="263" r:id="rId10"/>
    <p:sldId id="264" r:id="rId11"/>
    <p:sldId id="265" r:id="rId12"/>
    <p:sldId id="268" r:id="rId13"/>
    <p:sldId id="267" r:id="rId14"/>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5424" autoAdjust="0"/>
  </p:normalViewPr>
  <p:slideViewPr>
    <p:cSldViewPr snapToGrid="0">
      <p:cViewPr varScale="1">
        <p:scale>
          <a:sx n="83" d="100"/>
          <a:sy n="83" d="100"/>
        </p:scale>
        <p:origin x="163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675" cy="5048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402138" y="0"/>
            <a:ext cx="3368675" cy="504825"/>
          </a:xfrm>
          <a:prstGeom prst="rect">
            <a:avLst/>
          </a:prstGeom>
        </p:spPr>
        <p:txBody>
          <a:bodyPr vert="horz" lIns="91440" tIns="45720" rIns="91440" bIns="45720" rtlCol="0"/>
          <a:lstStyle>
            <a:lvl1pPr algn="r">
              <a:defRPr sz="1200"/>
            </a:lvl1pPr>
          </a:lstStyle>
          <a:p>
            <a:fld id="{3CA8F5E5-7141-4CCF-BD2F-FFE13AD8AAED}" type="datetimeFigureOut">
              <a:rPr lang="en-US" smtClean="0"/>
              <a:t>10/13/2025</a:t>
            </a:fld>
            <a:endParaRPr lang="en-US"/>
          </a:p>
        </p:txBody>
      </p:sp>
      <p:sp>
        <p:nvSpPr>
          <p:cNvPr id="4" name="Slide Image Placeholder 3"/>
          <p:cNvSpPr>
            <a:spLocks noGrp="1" noRot="1" noChangeAspect="1"/>
          </p:cNvSpPr>
          <p:nvPr>
            <p:ph type="sldImg" idx="2"/>
          </p:nvPr>
        </p:nvSpPr>
        <p:spPr>
          <a:xfrm>
            <a:off x="869950" y="1257300"/>
            <a:ext cx="6032500" cy="33940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77875" y="4840288"/>
            <a:ext cx="6216650" cy="3960812"/>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553575"/>
            <a:ext cx="3368675" cy="5048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402138" y="9553575"/>
            <a:ext cx="3368675" cy="504825"/>
          </a:xfrm>
          <a:prstGeom prst="rect">
            <a:avLst/>
          </a:prstGeom>
        </p:spPr>
        <p:txBody>
          <a:bodyPr vert="horz" lIns="91440" tIns="45720" rIns="91440" bIns="45720" rtlCol="0" anchor="b"/>
          <a:lstStyle>
            <a:lvl1pPr algn="r">
              <a:defRPr sz="1200"/>
            </a:lvl1pPr>
          </a:lstStyle>
          <a:p>
            <a:fld id="{CBEE5FE5-F8EC-448E-AB8E-D6E11F69A60B}" type="slidenum">
              <a:rPr lang="en-US" smtClean="0"/>
              <a:t>‹#›</a:t>
            </a:fld>
            <a:endParaRPr lang="en-US"/>
          </a:p>
        </p:txBody>
      </p:sp>
    </p:spTree>
    <p:extLst>
      <p:ext uri="{BB962C8B-B14F-4D97-AF65-F5344CB8AC3E}">
        <p14:creationId xmlns:p14="http://schemas.microsoft.com/office/powerpoint/2010/main" val="9424053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Motivation behind this work: bridging accessibility and reliability in domain-specific systems.</a:t>
            </a:r>
          </a:p>
          <a:p>
            <a:endParaRPr lang="en-US" dirty="0"/>
          </a:p>
          <a:p>
            <a:r>
              <a:rPr lang="en-GB" dirty="0"/>
              <a:t>How many times have you built something powerful that no one could use?</a:t>
            </a:r>
          </a:p>
          <a:p>
            <a:r>
              <a:rPr lang="en-GB" dirty="0"/>
              <a:t>Amazing tech that is hard to use. </a:t>
            </a:r>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1</a:t>
            </a:fld>
            <a:endParaRPr lang="en-US"/>
          </a:p>
        </p:txBody>
      </p:sp>
    </p:spTree>
    <p:extLst>
      <p:ext uri="{BB962C8B-B14F-4D97-AF65-F5344CB8AC3E}">
        <p14:creationId xmlns:p14="http://schemas.microsoft.com/office/powerpoint/2010/main" val="15111337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DSLs capture the </a:t>
            </a:r>
            <a:r>
              <a:rPr lang="en-GB" i="1" dirty="0"/>
              <a:t>structure and constraints</a:t>
            </a:r>
            <a:r>
              <a:rPr lang="en-GB" dirty="0"/>
              <a:t> of a domain directly - every valid operation must adhere to rules (e.g., a child cannot be added as a professional rider).</a:t>
            </a:r>
          </a:p>
          <a:p>
            <a:endParaRPr lang="en-GB" dirty="0"/>
          </a:p>
          <a:p>
            <a:r>
              <a:rPr lang="en-GB" dirty="0"/>
              <a:t>Verification win: can prove no invalid states </a:t>
            </a:r>
          </a:p>
          <a:p>
            <a:r>
              <a:rPr lang="en-GB" dirty="0"/>
              <a:t>Maintenance win: change rule once, applies everywhere</a:t>
            </a:r>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2</a:t>
            </a:fld>
            <a:endParaRPr lang="en-US"/>
          </a:p>
        </p:txBody>
      </p:sp>
    </p:spTree>
    <p:extLst>
      <p:ext uri="{BB962C8B-B14F-4D97-AF65-F5344CB8AC3E}">
        <p14:creationId xmlns:p14="http://schemas.microsoft.com/office/powerpoint/2010/main" val="1746201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84120" indent="-384120">
              <a:spcBef>
                <a:spcPts val="1001"/>
              </a:spcBef>
              <a:spcAft>
                <a:spcPts val="201"/>
              </a:spcAft>
              <a:buClr>
                <a:srgbClr val="191B0E"/>
              </a:buClr>
              <a:buFont typeface="Franklin Gothic Book"/>
              <a:buChar char="■"/>
            </a:pPr>
            <a:r>
              <a:rPr lang="en-GB" sz="1200" b="0" u="none" strike="noStrike" dirty="0">
                <a:solidFill>
                  <a:schemeClr val="dk1"/>
                </a:solidFill>
                <a:effectLst/>
                <a:uFillTx/>
                <a:latin typeface="Franklin Gothic Book"/>
              </a:rPr>
              <a:t>BEAT Cycling Club is an ambitious pro cycling team aiming for top-tier competition</a:t>
            </a:r>
          </a:p>
          <a:p>
            <a:pPr marL="384120" indent="-384120">
              <a:spcBef>
                <a:spcPts val="1001"/>
              </a:spcBef>
              <a:spcAft>
                <a:spcPts val="201"/>
              </a:spcAft>
              <a:buClr>
                <a:srgbClr val="191B0E"/>
              </a:buClr>
              <a:buFont typeface="Franklin Gothic Book"/>
              <a:buChar char="■"/>
            </a:pPr>
            <a:r>
              <a:rPr lang="en-GB" sz="1200" b="0" u="none" strike="noStrike" dirty="0">
                <a:solidFill>
                  <a:schemeClr val="dk1"/>
                </a:solidFill>
                <a:effectLst/>
                <a:uFillTx/>
                <a:latin typeface="Franklin Gothic Book"/>
              </a:rPr>
              <a:t>Success requires smart race planning  balancing fatigue, skill, and goals across a season</a:t>
            </a:r>
          </a:p>
          <a:p>
            <a:pPr marL="384120" indent="-384120">
              <a:spcBef>
                <a:spcPts val="1001"/>
              </a:spcBef>
              <a:spcAft>
                <a:spcPts val="201"/>
              </a:spcAft>
              <a:buClr>
                <a:srgbClr val="191B0E"/>
              </a:buClr>
              <a:buFont typeface="Franklin Gothic Book"/>
              <a:buChar char="■"/>
            </a:pPr>
            <a:r>
              <a:rPr lang="en-GB" sz="1200" b="0" u="none" strike="noStrike" dirty="0">
                <a:solidFill>
                  <a:schemeClr val="dk1"/>
                </a:solidFill>
                <a:effectLst/>
                <a:uFillTx/>
                <a:latin typeface="Franklin Gothic Book"/>
              </a:rPr>
              <a:t>For some races, the goal isn’t always to win sometimes scoring points matters more</a:t>
            </a:r>
          </a:p>
          <a:p>
            <a:pPr marL="384120" indent="-384120">
              <a:spcBef>
                <a:spcPts val="1001"/>
              </a:spcBef>
              <a:spcAft>
                <a:spcPts val="201"/>
              </a:spcAft>
              <a:buClr>
                <a:srgbClr val="191B0E"/>
              </a:buClr>
              <a:buFont typeface="Franklin Gothic Book"/>
              <a:buChar char="■"/>
            </a:pPr>
            <a:r>
              <a:rPr lang="en-GB" sz="1200" b="0" u="none" strike="noStrike" dirty="0">
                <a:solidFill>
                  <a:schemeClr val="dk1"/>
                </a:solidFill>
                <a:effectLst/>
                <a:uFillTx/>
                <a:latin typeface="Franklin Gothic Book"/>
              </a:rPr>
              <a:t>They needed a structured way to </a:t>
            </a:r>
            <a:r>
              <a:rPr lang="en-GB" sz="1200" b="0" u="none" strike="noStrike" dirty="0" err="1">
                <a:solidFill>
                  <a:schemeClr val="dk1"/>
                </a:solidFill>
                <a:effectLst/>
                <a:uFillTx/>
                <a:latin typeface="Franklin Gothic Book"/>
              </a:rPr>
              <a:t>analyze</a:t>
            </a:r>
            <a:r>
              <a:rPr lang="en-GB" sz="1200" b="0" u="none" strike="noStrike" dirty="0">
                <a:solidFill>
                  <a:schemeClr val="dk1"/>
                </a:solidFill>
                <a:effectLst/>
                <a:uFillTx/>
                <a:latin typeface="Franklin Gothic Book"/>
              </a:rPr>
              <a:t> riders, assign races, and manage performance data</a:t>
            </a:r>
            <a:endParaRPr lang="en-US" sz="1200" b="0" u="none" strike="noStrike" dirty="0">
              <a:solidFill>
                <a:schemeClr val="dk1"/>
              </a:solidFill>
              <a:effectLst/>
              <a:uFillTx/>
              <a:latin typeface="+mn-lt"/>
            </a:endParaRPr>
          </a:p>
          <a:p>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3</a:t>
            </a:fld>
            <a:endParaRPr lang="en-US"/>
          </a:p>
        </p:txBody>
      </p:sp>
    </p:spTree>
    <p:extLst>
      <p:ext uri="{BB962C8B-B14F-4D97-AF65-F5344CB8AC3E}">
        <p14:creationId xmlns:p14="http://schemas.microsoft.com/office/powerpoint/2010/main" val="30778444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modeled their world. </a:t>
            </a:r>
          </a:p>
          <a:p>
            <a:r>
              <a:rPr lang="en-US" dirty="0"/>
              <a:t>Imported data from </a:t>
            </a:r>
            <a:r>
              <a:rPr lang="en-US" dirty="0" err="1"/>
              <a:t>FirstCycling</a:t>
            </a:r>
            <a:r>
              <a:rPr lang="en-US" dirty="0"/>
              <a:t>  (</a:t>
            </a:r>
            <a:r>
              <a:rPr lang="en-US" dirty="0" err="1"/>
              <a:t>goto</a:t>
            </a:r>
            <a:r>
              <a:rPr lang="en-US" dirty="0"/>
              <a:t> source for cycling race related data)</a:t>
            </a:r>
          </a:p>
          <a:p>
            <a:r>
              <a:rPr lang="en-US" dirty="0"/>
              <a:t>Polished the collected data and they hooked it up to a BI system (</a:t>
            </a:r>
            <a:r>
              <a:rPr lang="en-US" dirty="0" err="1"/>
              <a:t>DashData</a:t>
            </a:r>
            <a:r>
              <a:rPr lang="en-US" dirty="0"/>
              <a:t>) </a:t>
            </a:r>
          </a:p>
          <a:p>
            <a:endParaRPr lang="en-US" dirty="0"/>
          </a:p>
          <a:p>
            <a:r>
              <a:rPr lang="en-US" dirty="0"/>
              <a:t>But still…this is one level lower abstraction for the BEAT folks. </a:t>
            </a:r>
          </a:p>
        </p:txBody>
      </p:sp>
      <p:sp>
        <p:nvSpPr>
          <p:cNvPr id="4" name="Slide Number Placeholder 3"/>
          <p:cNvSpPr>
            <a:spLocks noGrp="1"/>
          </p:cNvSpPr>
          <p:nvPr>
            <p:ph type="sldNum" sz="quarter" idx="5"/>
          </p:nvPr>
        </p:nvSpPr>
        <p:spPr/>
        <p:txBody>
          <a:bodyPr/>
          <a:lstStyle/>
          <a:p>
            <a:fld id="{CBEE5FE5-F8EC-448E-AB8E-D6E11F69A60B}" type="slidenum">
              <a:rPr lang="en-US" smtClean="0"/>
              <a:t>4</a:t>
            </a:fld>
            <a:endParaRPr lang="en-US"/>
          </a:p>
        </p:txBody>
      </p:sp>
    </p:spTree>
    <p:extLst>
      <p:ext uri="{BB962C8B-B14F-4D97-AF65-F5344CB8AC3E}">
        <p14:creationId xmlns:p14="http://schemas.microsoft.com/office/powerpoint/2010/main" val="16855839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Transition point: emphasize that although this makes DSLs powerful, it also makes them difficult to access for non-technical users.</a:t>
            </a:r>
          </a:p>
          <a:p>
            <a:endParaRPr lang="en-US" dirty="0"/>
          </a:p>
          <a:p>
            <a:r>
              <a:rPr lang="en-GB" dirty="0"/>
              <a:t>Data scale: scraped FirstCycling.com</a:t>
            </a:r>
          </a:p>
          <a:p>
            <a:r>
              <a:rPr lang="en-GB" dirty="0"/>
              <a:t> Built sophisticated simulation engine 	 Sports directors aren't coders </a:t>
            </a:r>
          </a:p>
          <a:p>
            <a:r>
              <a:rPr lang="en-GB" dirty="0"/>
              <a:t>	Risk: expensive shelf-ware </a:t>
            </a:r>
          </a:p>
          <a:p>
            <a:r>
              <a:rPr lang="en-GB" dirty="0"/>
              <a:t>	Need translation layer</a:t>
            </a:r>
            <a:endParaRPr lang="en-US" dirty="0"/>
          </a:p>
          <a:p>
            <a:endParaRPr lang="en-US" dirty="0"/>
          </a:p>
          <a:p>
            <a:endParaRPr lang="en-US" dirty="0"/>
          </a:p>
          <a:p>
            <a:r>
              <a:rPr lang="en-US" dirty="0"/>
              <a:t>Training time: weeks minimum </a:t>
            </a:r>
          </a:p>
          <a:p>
            <a:r>
              <a:rPr lang="en-US" dirty="0"/>
              <a:t>Tool overhead: IDE setup, plugins, configs</a:t>
            </a:r>
          </a:p>
          <a:p>
            <a:r>
              <a:rPr lang="en-US" dirty="0"/>
              <a:t> Documentation gap: who maintains DSL docs? Error messages: "Parser error at line 42" means nothing to them Productivity cliff before climbing back up</a:t>
            </a:r>
          </a:p>
        </p:txBody>
      </p:sp>
      <p:sp>
        <p:nvSpPr>
          <p:cNvPr id="4" name="Slide Number Placeholder 3"/>
          <p:cNvSpPr>
            <a:spLocks noGrp="1"/>
          </p:cNvSpPr>
          <p:nvPr>
            <p:ph type="sldNum" sz="quarter" idx="5"/>
          </p:nvPr>
        </p:nvSpPr>
        <p:spPr/>
        <p:txBody>
          <a:bodyPr/>
          <a:lstStyle/>
          <a:p>
            <a:fld id="{CBEE5FE5-F8EC-448E-AB8E-D6E11F69A60B}" type="slidenum">
              <a:rPr lang="en-US" smtClean="0"/>
              <a:t>5</a:t>
            </a:fld>
            <a:endParaRPr lang="en-US"/>
          </a:p>
        </p:txBody>
      </p:sp>
    </p:spTree>
    <p:extLst>
      <p:ext uri="{BB962C8B-B14F-4D97-AF65-F5344CB8AC3E}">
        <p14:creationId xmlns:p14="http://schemas.microsoft.com/office/powerpoint/2010/main" val="3716633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But accessibility is solved through LLM?</a:t>
            </a:r>
          </a:p>
          <a:p>
            <a:r>
              <a:rPr lang="en-GB" dirty="0"/>
              <a:t>Dump your data (fine tune in some form to the LLM (teach it your domain essentially). And pray to the AI gods it will respect the structure and semantics of your domain. </a:t>
            </a:r>
          </a:p>
          <a:p>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6</a:t>
            </a:fld>
            <a:endParaRPr lang="en-US"/>
          </a:p>
        </p:txBody>
      </p:sp>
    </p:spTree>
    <p:extLst>
      <p:ext uri="{BB962C8B-B14F-4D97-AF65-F5344CB8AC3E}">
        <p14:creationId xmlns:p14="http://schemas.microsoft.com/office/powerpoint/2010/main" val="25081552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LLMs = sophisticated autocomplete, not domain experts </a:t>
            </a:r>
          </a:p>
          <a:p>
            <a:r>
              <a:rPr lang="en-GB" dirty="0"/>
              <a:t>Example failure: "add race with all members" creates chaos No understanding of one-to-many relationships Can't enforce business rules Generates plausible-looking garbage.</a:t>
            </a:r>
            <a:endParaRPr lang="en-US" dirty="0"/>
          </a:p>
          <a:p>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7</a:t>
            </a:fld>
            <a:endParaRPr lang="en-US"/>
          </a:p>
        </p:txBody>
      </p:sp>
    </p:spTree>
    <p:extLst>
      <p:ext uri="{BB962C8B-B14F-4D97-AF65-F5344CB8AC3E}">
        <p14:creationId xmlns:p14="http://schemas.microsoft.com/office/powerpoint/2010/main" val="1646733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Clean separation of responsibilities </a:t>
            </a:r>
          </a:p>
          <a:p>
            <a:r>
              <a:rPr lang="en-GB" dirty="0"/>
              <a:t>LLM =Conversation/ UI layer</a:t>
            </a:r>
          </a:p>
          <a:p>
            <a:r>
              <a:rPr lang="en-GB" dirty="0"/>
              <a:t> DSL = business logic layer Pipeline mental model Nobody compromises their strengths</a:t>
            </a:r>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8</a:t>
            </a:fld>
            <a:endParaRPr lang="en-US"/>
          </a:p>
        </p:txBody>
      </p:sp>
    </p:spTree>
    <p:extLst>
      <p:ext uri="{BB962C8B-B14F-4D97-AF65-F5344CB8AC3E}">
        <p14:creationId xmlns:p14="http://schemas.microsoft.com/office/powerpoint/2010/main" val="39410289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Natural language, complex intent Multiple entities, one sentence System figures out the details Proper validation still happens</a:t>
            </a:r>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9</a:t>
            </a:fld>
            <a:endParaRPr lang="en-US"/>
          </a:p>
        </p:txBody>
      </p:sp>
    </p:spTree>
    <p:extLst>
      <p:ext uri="{BB962C8B-B14F-4D97-AF65-F5344CB8AC3E}">
        <p14:creationId xmlns:p14="http://schemas.microsoft.com/office/powerpoint/2010/main" val="1957597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Connector similar to API contract </a:t>
            </a:r>
          </a:p>
          <a:p>
            <a:r>
              <a:rPr lang="en-GB" dirty="0"/>
              <a:t>Metadata enrichment concept Aliases handle terminology variations</a:t>
            </a:r>
          </a:p>
          <a:p>
            <a:r>
              <a:rPr lang="en-GB" dirty="0"/>
              <a:t> Type checking still enforced </a:t>
            </a:r>
          </a:p>
          <a:p>
            <a:r>
              <a:rPr lang="en-GB" dirty="0"/>
              <a:t>Required fields still required </a:t>
            </a:r>
          </a:p>
          <a:p>
            <a:r>
              <a:rPr lang="en-GB" dirty="0"/>
              <a:t>LLM can't break the model</a:t>
            </a:r>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10</a:t>
            </a:fld>
            <a:endParaRPr lang="en-US"/>
          </a:p>
        </p:txBody>
      </p:sp>
    </p:spTree>
    <p:extLst>
      <p:ext uri="{BB962C8B-B14F-4D97-AF65-F5344CB8AC3E}">
        <p14:creationId xmlns:p14="http://schemas.microsoft.com/office/powerpoint/2010/main" val="397901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Walk through actual flow User input -&gt;  LLM extraction </a:t>
            </a:r>
          </a:p>
          <a:p>
            <a:r>
              <a:rPr lang="en-GB" dirty="0"/>
              <a:t>Connector validation </a:t>
            </a:r>
          </a:p>
          <a:p>
            <a:r>
              <a:rPr lang="en-GB" dirty="0"/>
              <a:t>Clarification loop if needed DSL execution only if valid </a:t>
            </a:r>
          </a:p>
        </p:txBody>
      </p:sp>
      <p:sp>
        <p:nvSpPr>
          <p:cNvPr id="4" name="Slide Number Placeholder 3"/>
          <p:cNvSpPr>
            <a:spLocks noGrp="1"/>
          </p:cNvSpPr>
          <p:nvPr>
            <p:ph type="sldNum" sz="quarter" idx="5"/>
          </p:nvPr>
        </p:nvSpPr>
        <p:spPr/>
        <p:txBody>
          <a:bodyPr/>
          <a:lstStyle/>
          <a:p>
            <a:fld id="{CBEE5FE5-F8EC-448E-AB8E-D6E11F69A60B}" type="slidenum">
              <a:rPr lang="en-US" smtClean="0"/>
              <a:t>11</a:t>
            </a:fld>
            <a:endParaRPr lang="en-US"/>
          </a:p>
        </p:txBody>
      </p:sp>
    </p:spTree>
    <p:extLst>
      <p:ext uri="{BB962C8B-B14F-4D97-AF65-F5344CB8AC3E}">
        <p14:creationId xmlns:p14="http://schemas.microsoft.com/office/powerpoint/2010/main" val="38698235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implementations prove generality</a:t>
            </a:r>
          </a:p>
        </p:txBody>
      </p:sp>
      <p:sp>
        <p:nvSpPr>
          <p:cNvPr id="4" name="Slide Number Placeholder 3"/>
          <p:cNvSpPr>
            <a:spLocks noGrp="1"/>
          </p:cNvSpPr>
          <p:nvPr>
            <p:ph type="sldNum" sz="quarter" idx="5"/>
          </p:nvPr>
        </p:nvSpPr>
        <p:spPr/>
        <p:txBody>
          <a:bodyPr/>
          <a:lstStyle/>
          <a:p>
            <a:fld id="{CBEE5FE5-F8EC-448E-AB8E-D6E11F69A60B}" type="slidenum">
              <a:rPr lang="en-US" smtClean="0"/>
              <a:t>12</a:t>
            </a:fld>
            <a:endParaRPr lang="en-US"/>
          </a:p>
        </p:txBody>
      </p:sp>
    </p:spTree>
    <p:extLst>
      <p:ext uri="{BB962C8B-B14F-4D97-AF65-F5344CB8AC3E}">
        <p14:creationId xmlns:p14="http://schemas.microsoft.com/office/powerpoint/2010/main" val="34048706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Multiple domains working</a:t>
            </a:r>
          </a:p>
          <a:p>
            <a:r>
              <a:rPr lang="en-GB" dirty="0"/>
              <a:t> All CRUD operations</a:t>
            </a:r>
          </a:p>
          <a:p>
            <a:r>
              <a:rPr lang="en-GB" dirty="0"/>
              <a:t> Complex queries</a:t>
            </a:r>
          </a:p>
          <a:p>
            <a:r>
              <a:rPr lang="en-GB" dirty="0"/>
              <a:t> Error reporting</a:t>
            </a:r>
            <a:endParaRPr lang="en-US" dirty="0"/>
          </a:p>
        </p:txBody>
      </p:sp>
      <p:sp>
        <p:nvSpPr>
          <p:cNvPr id="4" name="Slide Number Placeholder 3"/>
          <p:cNvSpPr>
            <a:spLocks noGrp="1"/>
          </p:cNvSpPr>
          <p:nvPr>
            <p:ph type="sldNum" sz="quarter" idx="5"/>
          </p:nvPr>
        </p:nvSpPr>
        <p:spPr/>
        <p:txBody>
          <a:bodyPr/>
          <a:lstStyle/>
          <a:p>
            <a:fld id="{CBEE5FE5-F8EC-448E-AB8E-D6E11F69A60B}" type="slidenum">
              <a:rPr lang="en-US" smtClean="0"/>
              <a:t>13</a:t>
            </a:fld>
            <a:endParaRPr lang="en-US"/>
          </a:p>
        </p:txBody>
      </p:sp>
    </p:spTree>
    <p:extLst>
      <p:ext uri="{BB962C8B-B14F-4D97-AF65-F5344CB8AC3E}">
        <p14:creationId xmlns:p14="http://schemas.microsoft.com/office/powerpoint/2010/main" val="5688886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p>
            <a:pPr indent="0" algn="ctr" defTabSz="914400">
              <a:lnSpc>
                <a:spcPct val="90000"/>
              </a:lnSpc>
              <a:buNone/>
            </a:pPr>
            <a:r>
              <a:rPr lang="en-US" sz="6000" b="0" u="none" strike="noStrike">
                <a:solidFill>
                  <a:schemeClr val="dk1"/>
                </a:solidFill>
                <a:effectLst/>
                <a:uFillTx/>
                <a:latin typeface="Calibri Light"/>
              </a:rPr>
              <a:t>Click to edit Master title style</a:t>
            </a:r>
            <a:endParaRPr lang="en-US" sz="6000" b="0" u="none" strike="noStrike">
              <a:solidFill>
                <a:schemeClr val="dk1"/>
              </a:solidFill>
              <a:effectLst/>
              <a:uFillTx/>
              <a:latin typeface="Calibri"/>
            </a:endParaRPr>
          </a:p>
        </p:txBody>
      </p:sp>
      <p:sp>
        <p:nvSpPr>
          <p:cNvPr id="3" name="PlaceHolder 2"/>
          <p:cNvSpPr>
            <a:spLocks noGrp="1"/>
          </p:cNvSpPr>
          <p:nvPr>
            <p:ph type="dt" idx="1"/>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4" name="PlaceHolder 3"/>
          <p:cNvSpPr>
            <a:spLocks noGrp="1"/>
          </p:cNvSpPr>
          <p:nvPr>
            <p:ph type="ftr" idx="2"/>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5" name="PlaceHolder 4"/>
          <p:cNvSpPr>
            <a:spLocks noGrp="1"/>
          </p:cNvSpPr>
          <p:nvPr>
            <p:ph type="sldNum" idx="3"/>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39FE4DB2-A758-4CF3-8AD0-7D34A3E01173}"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838080" y="1825560"/>
            <a:ext cx="10515240" cy="4350960"/>
          </a:xfrm>
          <a:prstGeom prst="rect">
            <a:avLst/>
          </a:prstGeom>
          <a:noFill/>
          <a:ln w="0">
            <a:noFill/>
          </a:ln>
        </p:spPr>
        <p:txBody>
          <a:bodyPr vert="eaVert"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p>
        </p:txBody>
      </p:sp>
      <p:sp>
        <p:nvSpPr>
          <p:cNvPr id="8" name="PlaceHolder 3"/>
          <p:cNvSpPr>
            <a:spLocks noGrp="1"/>
          </p:cNvSpPr>
          <p:nvPr>
            <p:ph type="dt" idx="4"/>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9" name="PlaceHolder 4"/>
          <p:cNvSpPr>
            <a:spLocks noGrp="1"/>
          </p:cNvSpPr>
          <p:nvPr>
            <p:ph type="ftr" idx="5"/>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10" name="PlaceHolder 5"/>
          <p:cNvSpPr>
            <a:spLocks noGrp="1"/>
          </p:cNvSpPr>
          <p:nvPr>
            <p:ph type="sldNum" idx="6"/>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BE05F8F6-CA87-4775-B2EB-EAF7466BE2C2}"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FFFFF"/>
        </a:solidFill>
        <a:effectLst/>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8724960" y="365040"/>
            <a:ext cx="2628720" cy="5811480"/>
          </a:xfrm>
          <a:prstGeom prst="rect">
            <a:avLst/>
          </a:prstGeom>
          <a:noFill/>
          <a:ln w="0">
            <a:noFill/>
          </a:ln>
        </p:spPr>
        <p:txBody>
          <a:bodyPr vert="eaVert" lIns="91440" tIns="45720" rIns="91440" bIns="45720" anchor="ctr">
            <a:noAutofit/>
          </a:bodyPr>
          <a:lstStyle/>
          <a:p>
            <a:pPr indent="0" defTabSz="914400">
              <a:lnSpc>
                <a:spcPct val="90000"/>
              </a:lnSpc>
              <a:buNone/>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838080" y="365040"/>
            <a:ext cx="7733880" cy="5811480"/>
          </a:xfrm>
          <a:prstGeom prst="rect">
            <a:avLst/>
          </a:prstGeom>
          <a:noFill/>
          <a:ln w="0">
            <a:noFill/>
          </a:ln>
        </p:spPr>
        <p:txBody>
          <a:bodyPr vert="eaVert"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p>
        </p:txBody>
      </p:sp>
      <p:sp>
        <p:nvSpPr>
          <p:cNvPr id="13" name="PlaceHolder 3"/>
          <p:cNvSpPr>
            <a:spLocks noGrp="1"/>
          </p:cNvSpPr>
          <p:nvPr>
            <p:ph type="dt" idx="7"/>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14" name="PlaceHolder 4"/>
          <p:cNvSpPr>
            <a:spLocks noGrp="1"/>
          </p:cNvSpPr>
          <p:nvPr>
            <p:ph type="ftr" idx="8"/>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15" name="PlaceHolder 5"/>
          <p:cNvSpPr>
            <a:spLocks noGrp="1"/>
          </p:cNvSpPr>
          <p:nvPr>
            <p:ph type="sldNum" idx="9"/>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905D502B-0E0E-46BA-9000-F695C206BAE9}"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rgbClr val="FFFFFF"/>
        </a:solidFill>
        <a:effectLst/>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1371600" y="1092960"/>
            <a:ext cx="9600480" cy="670680"/>
          </a:xfrm>
          <a:prstGeom prst="rect">
            <a:avLst/>
          </a:prstGeom>
          <a:noFill/>
          <a:ln w="0">
            <a:noFill/>
          </a:ln>
        </p:spPr>
        <p:txBody>
          <a:bodyPr lIns="0" tIns="0" rIns="0" bIns="0" anchor="ctr">
            <a:spAutoFit/>
          </a:bodyPr>
          <a:lstStyle/>
          <a:p>
            <a:pPr indent="0">
              <a:buNone/>
            </a:pPr>
            <a:r>
              <a:rPr lang="en-US" sz="4400" b="0" u="none" strike="noStrike">
                <a:solidFill>
                  <a:schemeClr val="dk1"/>
                </a:solidFill>
                <a:effectLst/>
                <a:uFillTx/>
                <a:latin typeface="Calibri"/>
              </a:rPr>
              <a:t>Click to edit the title text format</a:t>
            </a:r>
          </a:p>
        </p:txBody>
      </p:sp>
      <p:sp>
        <p:nvSpPr>
          <p:cNvPr id="17" name="PlaceHolder 2"/>
          <p:cNvSpPr>
            <a:spLocks noGrp="1"/>
          </p:cNvSpPr>
          <p:nvPr>
            <p:ph type="ftr" idx="10"/>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defRPr lang="en-US" sz="1200" b="0" u="none" strike="noStrike">
                <a:solidFill>
                  <a:schemeClr val="dk1">
                    <a:tint val="75000"/>
                  </a:schemeClr>
                </a:solidFill>
                <a:effectLst/>
                <a:uFillTx/>
                <a:latin typeface="Calibri"/>
              </a:defRPr>
            </a:lvl1pPr>
          </a:lstStyle>
          <a:p>
            <a:pPr indent="0" algn="ctr" defTabSz="457200">
              <a:lnSpc>
                <a:spcPct val="100000"/>
              </a:lnSpc>
              <a:buNone/>
            </a:pPr>
            <a:r>
              <a:rPr lang="en-US" sz="1200" b="0" u="none" strike="noStrike">
                <a:solidFill>
                  <a:schemeClr val="dk1">
                    <a:tint val="75000"/>
                  </a:schemeClr>
                </a:solidFill>
                <a:effectLst/>
                <a:uFillTx/>
                <a:latin typeface="Calibri"/>
              </a:rPr>
              <a:t>&lt;footer&gt;</a:t>
            </a:r>
            <a:endParaRPr lang="en-US" sz="1200" b="0" u="none" strike="noStrike">
              <a:solidFill>
                <a:srgbClr val="000000"/>
              </a:solidFill>
              <a:effectLst/>
              <a:uFillTx/>
              <a:latin typeface="Calibri"/>
            </a:endParaRPr>
          </a:p>
        </p:txBody>
      </p:sp>
      <p:sp>
        <p:nvSpPr>
          <p:cNvPr id="18" name="PlaceHolder 3"/>
          <p:cNvSpPr>
            <a:spLocks noGrp="1"/>
          </p:cNvSpPr>
          <p:nvPr>
            <p:ph type="sldNum" idx="11"/>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39D2F0F-7596-49B9-8A23-D836346C2B3B}"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Calibri"/>
            </a:endParaRPr>
          </a:p>
        </p:txBody>
      </p:sp>
      <p:sp>
        <p:nvSpPr>
          <p:cNvPr id="19" name="PlaceHolder 4"/>
          <p:cNvSpPr>
            <a:spLocks noGrp="1"/>
          </p:cNvSpPr>
          <p:nvPr>
            <p:ph type="dt" idx="12"/>
          </p:nvPr>
        </p:nvSpPr>
        <p:spPr>
          <a:xfrm>
            <a:off x="838080" y="6356520"/>
            <a:ext cx="2742840" cy="364680"/>
          </a:xfrm>
          <a:prstGeom prst="rect">
            <a:avLst/>
          </a:prstGeom>
          <a:noFill/>
          <a:ln w="0">
            <a:noFill/>
          </a:ln>
        </p:spPr>
        <p:txBody>
          <a:bodyPr lIns="91440" tIns="45720" rIns="91440" bIns="45720" anchor="ctr">
            <a:noAutofit/>
          </a:bodyPr>
          <a:lstStyle>
            <a:lvl1pPr indent="0">
              <a:buNone/>
              <a:defRPr lang="en-US" sz="1400" b="0" u="none" strike="noStrike">
                <a:solidFill>
                  <a:srgbClr val="000000"/>
                </a:solidFill>
                <a:effectLst/>
                <a:uFillTx/>
                <a:latin typeface="Calibri"/>
              </a:defRPr>
            </a:lvl1pPr>
          </a:lstStyle>
          <a:p>
            <a:pPr indent="0">
              <a:buNone/>
            </a:pPr>
            <a:r>
              <a:rPr lang="en-US" sz="1400" b="0" u="none" strike="noStrike">
                <a:solidFill>
                  <a:srgbClr val="000000"/>
                </a:solidFill>
                <a:effectLst/>
                <a:uFillTx/>
                <a:latin typeface="Calibri"/>
              </a:rPr>
              <a:t>&lt;date/time&gt;</a:t>
            </a:r>
          </a:p>
        </p:txBody>
      </p:sp>
      <p:sp>
        <p:nvSpPr>
          <p:cNvPr id="2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800" b="0" u="none" strike="noStrike">
                <a:solidFill>
                  <a:schemeClr val="dk1"/>
                </a:solidFill>
                <a:effectLst/>
                <a:uFillTx/>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2000" b="0" u="none" strike="noStrike">
                <a:solidFill>
                  <a:schemeClr val="dk1"/>
                </a:solidFill>
                <a:effectLst/>
                <a:uFillTx/>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1800" b="0" u="none" strike="noStrike">
                <a:solidFill>
                  <a:schemeClr val="dk1"/>
                </a:solidFill>
                <a:effectLst/>
                <a:uFillTx/>
                <a:latin typeface="Calibri"/>
              </a:rPr>
              <a:t>Third Outline Level</a:t>
            </a:r>
          </a:p>
          <a:p>
            <a:pPr marL="1728000" lvl="3" indent="-216000">
              <a:lnSpc>
                <a:spcPct val="90000"/>
              </a:lnSpc>
              <a:spcBef>
                <a:spcPts val="567"/>
              </a:spcBef>
              <a:buClr>
                <a:srgbClr val="000000"/>
              </a:buClr>
              <a:buSzPct val="75000"/>
              <a:buFont typeface="Symbol" charset="2"/>
              <a:buChar char=""/>
            </a:pPr>
            <a:r>
              <a:rPr lang="en-US" sz="1800" b="0" u="none" strike="noStrike">
                <a:solidFill>
                  <a:schemeClr val="dk1"/>
                </a:solidFill>
                <a:effectLst/>
                <a:uFillTx/>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chemeClr val="lt2"/>
        </a:solidFill>
        <a:effectLst/>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1371600" y="685800"/>
            <a:ext cx="9600480" cy="1485360"/>
          </a:xfrm>
          <a:prstGeom prst="rect">
            <a:avLst/>
          </a:prstGeom>
          <a:noFill/>
          <a:ln w="0">
            <a:noFill/>
          </a:ln>
        </p:spPr>
        <p:txBody>
          <a:bodyPr lIns="91440" tIns="45720" rIns="91440" bIns="45720" anchor="t">
            <a:noAutofit/>
          </a:bodyPr>
          <a:lstStyle/>
          <a:p>
            <a:pPr indent="0" defTabSz="914400">
              <a:lnSpc>
                <a:spcPct val="89000"/>
              </a:lnSpc>
              <a:buNone/>
              <a:tabLst>
                <a:tab pos="0" algn="l"/>
              </a:tabLst>
            </a:pPr>
            <a:r>
              <a:rPr lang="en-US" sz="4400" b="0" u="none" strike="noStrike">
                <a:solidFill>
                  <a:schemeClr val="dk2"/>
                </a:solidFill>
                <a:effectLst/>
                <a:uFillTx/>
                <a:latin typeface="Franklin Gothic Book"/>
              </a:rPr>
              <a:t>Click to edit Master title style</a:t>
            </a:r>
            <a:endParaRPr lang="en-US" sz="4400" b="0" u="none" strike="noStrike">
              <a:solidFill>
                <a:schemeClr val="dk1"/>
              </a:solidFill>
              <a:effectLst/>
              <a:uFillTx/>
              <a:latin typeface="Calibri"/>
            </a:endParaRPr>
          </a:p>
        </p:txBody>
      </p:sp>
      <p:sp>
        <p:nvSpPr>
          <p:cNvPr id="22" name="PlaceHolder 2"/>
          <p:cNvSpPr>
            <a:spLocks noGrp="1"/>
          </p:cNvSpPr>
          <p:nvPr>
            <p:ph type="body"/>
          </p:nvPr>
        </p:nvSpPr>
        <p:spPr>
          <a:xfrm>
            <a:off x="1371600" y="2286000"/>
            <a:ext cx="9600480" cy="3580560"/>
          </a:xfrm>
          <a:prstGeom prst="rect">
            <a:avLst/>
          </a:prstGeom>
          <a:noFill/>
          <a:ln w="0">
            <a:noFill/>
          </a:ln>
        </p:spPr>
        <p:txBody>
          <a:bodyPr lIns="91440" tIns="45720" rIns="91440" bIns="45720" anchor="t">
            <a:noAutofit/>
          </a:bodyPr>
          <a:lstStyle/>
          <a:p>
            <a:pPr marL="384120" indent="-384120" defTabSz="914400">
              <a:lnSpc>
                <a:spcPct val="94000"/>
              </a:lnSpc>
              <a:spcBef>
                <a:spcPts val="1001"/>
              </a:spcBef>
              <a:spcAft>
                <a:spcPts val="201"/>
              </a:spcAft>
              <a:buClr>
                <a:srgbClr val="191B0E"/>
              </a:buClr>
              <a:buFont typeface="Franklin Gothic Book"/>
              <a:buChar char="■"/>
            </a:pPr>
            <a:r>
              <a:rPr lang="en-US" sz="2000" b="0" u="none" strike="noStrike">
                <a:solidFill>
                  <a:schemeClr val="dk2"/>
                </a:solidFill>
                <a:effectLst/>
                <a:uFillTx/>
                <a:latin typeface="Franklin Gothic Book"/>
              </a:rPr>
              <a:t>Click to edit Master text styles</a:t>
            </a:r>
            <a:endParaRPr lang="en-US" sz="2000" b="0" u="none" strike="noStrike">
              <a:solidFill>
                <a:schemeClr val="dk1"/>
              </a:solidFill>
              <a:effectLst/>
              <a:uFillTx/>
              <a:latin typeface="Calibri"/>
            </a:endParaRPr>
          </a:p>
          <a:p>
            <a:pPr marL="914400" lvl="1" indent="-384120" defTabSz="914400">
              <a:lnSpc>
                <a:spcPct val="94000"/>
              </a:lnSpc>
              <a:spcBef>
                <a:spcPts val="499"/>
              </a:spcBef>
              <a:spcAft>
                <a:spcPts val="201"/>
              </a:spcAft>
              <a:buClr>
                <a:srgbClr val="191B0E"/>
              </a:buClr>
              <a:buFont typeface="Franklin Gothic Book"/>
              <a:buChar char="–"/>
            </a:pPr>
            <a:r>
              <a:rPr lang="en-US" sz="2000" b="0" i="1" u="none" strike="noStrike">
                <a:solidFill>
                  <a:schemeClr val="dk2"/>
                </a:solidFill>
                <a:effectLst/>
                <a:uFillTx/>
                <a:latin typeface="Franklin Gothic Book"/>
              </a:rPr>
              <a:t>Second level</a:t>
            </a:r>
            <a:endParaRPr lang="en-US" sz="2000" b="0" u="none" strike="noStrike">
              <a:solidFill>
                <a:schemeClr val="dk1"/>
              </a:solidFill>
              <a:effectLst/>
              <a:uFillTx/>
              <a:latin typeface="Calibri"/>
            </a:endParaRPr>
          </a:p>
          <a:p>
            <a:pPr marL="1371600" lvl="2" indent="-384120" defTabSz="914400">
              <a:lnSpc>
                <a:spcPct val="94000"/>
              </a:lnSpc>
              <a:spcBef>
                <a:spcPts val="499"/>
              </a:spcBef>
              <a:spcAft>
                <a:spcPts val="201"/>
              </a:spcAft>
              <a:buClr>
                <a:srgbClr val="191B0E"/>
              </a:buClr>
              <a:buFont typeface="Franklin Gothic Book"/>
              <a:buChar char="■"/>
            </a:pPr>
            <a:r>
              <a:rPr lang="en-US" sz="1800" b="0" u="none" strike="noStrike">
                <a:solidFill>
                  <a:schemeClr val="dk2"/>
                </a:solidFill>
                <a:effectLst/>
                <a:uFillTx/>
                <a:latin typeface="Franklin Gothic Book"/>
              </a:rPr>
              <a:t>Third level</a:t>
            </a:r>
            <a:endParaRPr lang="en-US" sz="1800" b="0" u="none" strike="noStrike">
              <a:solidFill>
                <a:schemeClr val="dk1"/>
              </a:solidFill>
              <a:effectLst/>
              <a:uFillTx/>
              <a:latin typeface="Calibri"/>
            </a:endParaRPr>
          </a:p>
          <a:p>
            <a:pPr marL="1828800" lvl="3" indent="-384120" defTabSz="914400">
              <a:lnSpc>
                <a:spcPct val="94000"/>
              </a:lnSpc>
              <a:spcBef>
                <a:spcPts val="499"/>
              </a:spcBef>
              <a:spcAft>
                <a:spcPts val="201"/>
              </a:spcAft>
              <a:buClr>
                <a:srgbClr val="191B0E"/>
              </a:buClr>
              <a:buFont typeface="Franklin Gothic Book"/>
              <a:buChar char="–"/>
            </a:pPr>
            <a:r>
              <a:rPr lang="en-US" sz="1800" b="0" i="1" u="none" strike="noStrike">
                <a:solidFill>
                  <a:schemeClr val="dk2"/>
                </a:solidFill>
                <a:effectLst/>
                <a:uFillTx/>
                <a:latin typeface="Franklin Gothic Book"/>
              </a:rPr>
              <a:t>Fourth level</a:t>
            </a:r>
            <a:endParaRPr lang="en-US" sz="1800" b="0" u="none" strike="noStrike">
              <a:solidFill>
                <a:schemeClr val="dk1"/>
              </a:solidFill>
              <a:effectLst/>
              <a:uFillTx/>
              <a:latin typeface="Calibri"/>
            </a:endParaRPr>
          </a:p>
          <a:p>
            <a:pPr marL="2286000" lvl="4" indent="-384120" defTabSz="914400">
              <a:lnSpc>
                <a:spcPct val="94000"/>
              </a:lnSpc>
              <a:spcBef>
                <a:spcPts val="499"/>
              </a:spcBef>
              <a:spcAft>
                <a:spcPts val="201"/>
              </a:spcAft>
              <a:buClr>
                <a:srgbClr val="191B0E"/>
              </a:buClr>
              <a:buFont typeface="Franklin Gothic Book"/>
              <a:buChar char="■"/>
            </a:pPr>
            <a:r>
              <a:rPr lang="en-US" sz="1600" b="0" u="none" strike="noStrike">
                <a:solidFill>
                  <a:schemeClr val="dk2"/>
                </a:solidFill>
                <a:effectLst/>
                <a:uFillTx/>
                <a:latin typeface="Franklin Gothic Book"/>
              </a:rPr>
              <a:t>Fifth level</a:t>
            </a:r>
            <a:endParaRPr lang="en-US" sz="1600" b="0" u="none" strike="noStrike">
              <a:solidFill>
                <a:schemeClr val="dk1"/>
              </a:solidFill>
              <a:effectLst/>
              <a:uFillTx/>
              <a:latin typeface="Calibri"/>
            </a:endParaRPr>
          </a:p>
        </p:txBody>
      </p:sp>
      <p:sp>
        <p:nvSpPr>
          <p:cNvPr id="23" name="PlaceHolder 3"/>
          <p:cNvSpPr>
            <a:spLocks noGrp="1"/>
          </p:cNvSpPr>
          <p:nvPr>
            <p:ph type="dt" idx="13"/>
          </p:nvPr>
        </p:nvSpPr>
        <p:spPr>
          <a:xfrm>
            <a:off x="1390680" y="6453360"/>
            <a:ext cx="1203840" cy="40392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24" name="PlaceHolder 4"/>
          <p:cNvSpPr>
            <a:spLocks noGrp="1"/>
          </p:cNvSpPr>
          <p:nvPr>
            <p:ph type="ftr" idx="14"/>
          </p:nvPr>
        </p:nvSpPr>
        <p:spPr>
          <a:xfrm>
            <a:off x="2893680" y="6453360"/>
            <a:ext cx="6280200" cy="40392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25" name="PlaceHolder 5"/>
          <p:cNvSpPr>
            <a:spLocks noGrp="1"/>
          </p:cNvSpPr>
          <p:nvPr>
            <p:ph type="sldNum" idx="15"/>
          </p:nvPr>
        </p:nvSpPr>
        <p:spPr>
          <a:xfrm>
            <a:off x="9472680" y="6453360"/>
            <a:ext cx="1595520" cy="40392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FB0FDB69-D59C-4572-A9A7-24E84BD355F1}"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p>
        </p:txBody>
      </p:sp>
      <p:sp>
        <p:nvSpPr>
          <p:cNvPr id="28" name="PlaceHolder 3"/>
          <p:cNvSpPr>
            <a:spLocks noGrp="1"/>
          </p:cNvSpPr>
          <p:nvPr>
            <p:ph type="dt" idx="16"/>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29" name="PlaceHolder 4"/>
          <p:cNvSpPr>
            <a:spLocks noGrp="1"/>
          </p:cNvSpPr>
          <p:nvPr>
            <p:ph type="ftr" idx="17"/>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30" name="PlaceHolder 5"/>
          <p:cNvSpPr>
            <a:spLocks noGrp="1"/>
          </p:cNvSpPr>
          <p:nvPr>
            <p:ph type="sldNum" idx="18"/>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63533289-D54D-45EC-A726-B053DE4483E5}"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title"/>
          </p:nvPr>
        </p:nvSpPr>
        <p:spPr>
          <a:xfrm>
            <a:off x="831960" y="1709640"/>
            <a:ext cx="10515240" cy="2852280"/>
          </a:xfrm>
          <a:prstGeom prst="rect">
            <a:avLst/>
          </a:prstGeom>
          <a:noFill/>
          <a:ln w="0">
            <a:noFill/>
          </a:ln>
        </p:spPr>
        <p:txBody>
          <a:bodyPr lIns="91440" tIns="45720" rIns="91440" bIns="45720" anchor="b">
            <a:noAutofit/>
          </a:bodyPr>
          <a:lstStyle/>
          <a:p>
            <a:pPr indent="0" defTabSz="914400">
              <a:lnSpc>
                <a:spcPct val="90000"/>
              </a:lnSpc>
              <a:buNone/>
            </a:pPr>
            <a:r>
              <a:rPr lang="en-US" sz="6000" b="0" u="none" strike="noStrike">
                <a:solidFill>
                  <a:schemeClr val="dk1"/>
                </a:solidFill>
                <a:effectLst/>
                <a:uFillTx/>
                <a:latin typeface="Calibri Light"/>
              </a:rPr>
              <a:t>Click to edit Master title style</a:t>
            </a:r>
            <a:endParaRPr lang="en-US" sz="6000" b="0" u="none" strike="noStrike">
              <a:solidFill>
                <a:schemeClr val="dk1"/>
              </a:solidFill>
              <a:effectLst/>
              <a:uFillTx/>
              <a:latin typeface="Calibri"/>
            </a:endParaRPr>
          </a:p>
        </p:txBody>
      </p:sp>
      <p:sp>
        <p:nvSpPr>
          <p:cNvPr id="32" name="PlaceHolder 2"/>
          <p:cNvSpPr>
            <a:spLocks noGrp="1"/>
          </p:cNvSpPr>
          <p:nvPr>
            <p:ph type="body"/>
          </p:nvPr>
        </p:nvSpPr>
        <p:spPr>
          <a:xfrm>
            <a:off x="831960" y="4589640"/>
            <a:ext cx="10515240" cy="149976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2400" b="0" u="none" strike="noStrike">
                <a:solidFill>
                  <a:schemeClr val="dk1">
                    <a:tint val="75000"/>
                  </a:schemeClr>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3" name="PlaceHolder 3"/>
          <p:cNvSpPr>
            <a:spLocks noGrp="1"/>
          </p:cNvSpPr>
          <p:nvPr>
            <p:ph type="dt" idx="19"/>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34" name="PlaceHolder 4"/>
          <p:cNvSpPr>
            <a:spLocks noGrp="1"/>
          </p:cNvSpPr>
          <p:nvPr>
            <p:ph type="ftr" idx="20"/>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35" name="PlaceHolder 5"/>
          <p:cNvSpPr>
            <a:spLocks noGrp="1"/>
          </p:cNvSpPr>
          <p:nvPr>
            <p:ph type="sldNum" idx="21"/>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7DEDE435-E998-4E68-BC90-085075282F99}"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a:endParaRPr>
          </a:p>
        </p:txBody>
      </p:sp>
      <p:sp>
        <p:nvSpPr>
          <p:cNvPr id="37" name="PlaceHolder 2"/>
          <p:cNvSpPr>
            <a:spLocks noGrp="1"/>
          </p:cNvSpPr>
          <p:nvPr>
            <p:ph type="body"/>
          </p:nvPr>
        </p:nvSpPr>
        <p:spPr>
          <a:xfrm>
            <a:off x="838080" y="1825560"/>
            <a:ext cx="518112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p>
        </p:txBody>
      </p:sp>
      <p:sp>
        <p:nvSpPr>
          <p:cNvPr id="38" name="PlaceHolder 3"/>
          <p:cNvSpPr>
            <a:spLocks noGrp="1"/>
          </p:cNvSpPr>
          <p:nvPr>
            <p:ph type="body"/>
          </p:nvPr>
        </p:nvSpPr>
        <p:spPr>
          <a:xfrm>
            <a:off x="6172200" y="1825560"/>
            <a:ext cx="5181120" cy="435096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p>
        </p:txBody>
      </p:sp>
      <p:sp>
        <p:nvSpPr>
          <p:cNvPr id="39" name="PlaceHolder 4"/>
          <p:cNvSpPr>
            <a:spLocks noGrp="1"/>
          </p:cNvSpPr>
          <p:nvPr>
            <p:ph type="dt" idx="22"/>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40" name="PlaceHolder 5"/>
          <p:cNvSpPr>
            <a:spLocks noGrp="1"/>
          </p:cNvSpPr>
          <p:nvPr>
            <p:ph type="ftr" idx="23"/>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41" name="PlaceHolder 6"/>
          <p:cNvSpPr>
            <a:spLocks noGrp="1"/>
          </p:cNvSpPr>
          <p:nvPr>
            <p:ph type="sldNum" idx="24"/>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5604C6FE-F9A4-4F59-A5DA-3AC1EFE53627}"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98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a:endParaRPr>
          </a:p>
        </p:txBody>
      </p:sp>
      <p:sp>
        <p:nvSpPr>
          <p:cNvPr id="43" name="PlaceHolder 2"/>
          <p:cNvSpPr>
            <a:spLocks noGrp="1"/>
          </p:cNvSpPr>
          <p:nvPr>
            <p:ph type="body"/>
          </p:nvPr>
        </p:nvSpPr>
        <p:spPr>
          <a:xfrm>
            <a:off x="839880" y="1681200"/>
            <a:ext cx="5157360" cy="823680"/>
          </a:xfrm>
          <a:prstGeom prst="rect">
            <a:avLst/>
          </a:prstGeom>
          <a:noFill/>
          <a:ln w="0">
            <a:noFill/>
          </a:ln>
        </p:spPr>
        <p:txBody>
          <a:bodyPr lIns="91440" tIns="45720" rIns="91440" bIns="45720" anchor="b">
            <a:noAutofit/>
          </a:bodyPr>
          <a:lstStyle/>
          <a:p>
            <a:pPr indent="0" defTabSz="914400">
              <a:lnSpc>
                <a:spcPct val="90000"/>
              </a:lnSpc>
              <a:spcBef>
                <a:spcPts val="1001"/>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4" name="PlaceHolder 3"/>
          <p:cNvSpPr>
            <a:spLocks noGrp="1"/>
          </p:cNvSpPr>
          <p:nvPr>
            <p:ph type="body"/>
          </p:nvPr>
        </p:nvSpPr>
        <p:spPr>
          <a:xfrm>
            <a:off x="839880" y="2505240"/>
            <a:ext cx="5157360" cy="3684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p>
        </p:txBody>
      </p:sp>
      <p:sp>
        <p:nvSpPr>
          <p:cNvPr id="45" name="PlaceHolder 4"/>
          <p:cNvSpPr>
            <a:spLocks noGrp="1"/>
          </p:cNvSpPr>
          <p:nvPr>
            <p:ph type="body"/>
          </p:nvPr>
        </p:nvSpPr>
        <p:spPr>
          <a:xfrm>
            <a:off x="6172200" y="1681200"/>
            <a:ext cx="5182920" cy="823680"/>
          </a:xfrm>
          <a:prstGeom prst="rect">
            <a:avLst/>
          </a:prstGeom>
          <a:noFill/>
          <a:ln w="0">
            <a:noFill/>
          </a:ln>
        </p:spPr>
        <p:txBody>
          <a:bodyPr lIns="91440" tIns="45720" rIns="91440" bIns="45720" anchor="b">
            <a:noAutofit/>
          </a:bodyPr>
          <a:lstStyle/>
          <a:p>
            <a:pPr indent="0" defTabSz="914400">
              <a:lnSpc>
                <a:spcPct val="90000"/>
              </a:lnSpc>
              <a:spcBef>
                <a:spcPts val="1001"/>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6" name="PlaceHolder 5"/>
          <p:cNvSpPr>
            <a:spLocks noGrp="1"/>
          </p:cNvSpPr>
          <p:nvPr>
            <p:ph type="body"/>
          </p:nvPr>
        </p:nvSpPr>
        <p:spPr>
          <a:xfrm>
            <a:off x="6172200" y="2505240"/>
            <a:ext cx="5182920" cy="368424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Master text styles</a:t>
            </a: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Third level</a:t>
            </a:r>
          </a:p>
          <a:p>
            <a:pPr marL="1600200" lvl="3"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Fourth level</a:t>
            </a:r>
          </a:p>
          <a:p>
            <a:pPr marL="2057400" lvl="4" indent="-228600" defTabSz="914400">
              <a:lnSpc>
                <a:spcPct val="90000"/>
              </a:lnSpc>
              <a:spcBef>
                <a:spcPts val="499"/>
              </a:spcBef>
              <a:buClr>
                <a:srgbClr val="000000"/>
              </a:buClr>
              <a:buFont typeface="Arial"/>
              <a:buChar char="•"/>
            </a:pPr>
            <a:r>
              <a:rPr lang="en-US" sz="1800" b="0" u="none" strike="noStrike">
                <a:solidFill>
                  <a:schemeClr val="dk1"/>
                </a:solidFill>
                <a:effectLst/>
                <a:uFillTx/>
                <a:latin typeface="Calibri"/>
              </a:rPr>
              <a:t>Fifth level</a:t>
            </a:r>
          </a:p>
        </p:txBody>
      </p:sp>
      <p:sp>
        <p:nvSpPr>
          <p:cNvPr id="47" name="PlaceHolder 6"/>
          <p:cNvSpPr>
            <a:spLocks noGrp="1"/>
          </p:cNvSpPr>
          <p:nvPr>
            <p:ph type="dt" idx="25"/>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48" name="PlaceHolder 7"/>
          <p:cNvSpPr>
            <a:spLocks noGrp="1"/>
          </p:cNvSpPr>
          <p:nvPr>
            <p:ph type="ftr" idx="26"/>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49" name="PlaceHolder 8"/>
          <p:cNvSpPr>
            <a:spLocks noGrp="1"/>
          </p:cNvSpPr>
          <p:nvPr>
            <p:ph type="sldNum" idx="27"/>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9B76AF0B-AC12-4265-BEFF-35F82BEA09CC}"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defTabSz="914400">
              <a:lnSpc>
                <a:spcPct val="90000"/>
              </a:lnSpc>
              <a:buNone/>
            </a:pPr>
            <a:r>
              <a:rPr lang="en-US" sz="4400" b="0" u="none" strike="noStrike">
                <a:solidFill>
                  <a:schemeClr val="dk1"/>
                </a:solidFill>
                <a:effectLst/>
                <a:uFillTx/>
                <a:latin typeface="Calibri Light"/>
              </a:rPr>
              <a:t>Click to edit Master title style</a:t>
            </a:r>
            <a:endParaRPr lang="en-US" sz="4400" b="0" u="none" strike="noStrike">
              <a:solidFill>
                <a:schemeClr val="dk1"/>
              </a:solidFill>
              <a:effectLst/>
              <a:uFillTx/>
              <a:latin typeface="Calibri"/>
            </a:endParaRPr>
          </a:p>
        </p:txBody>
      </p:sp>
      <p:sp>
        <p:nvSpPr>
          <p:cNvPr id="51" name="PlaceHolder 2"/>
          <p:cNvSpPr>
            <a:spLocks noGrp="1"/>
          </p:cNvSpPr>
          <p:nvPr>
            <p:ph type="dt" idx="28"/>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52" name="PlaceHolder 3"/>
          <p:cNvSpPr>
            <a:spLocks noGrp="1"/>
          </p:cNvSpPr>
          <p:nvPr>
            <p:ph type="ftr" idx="29"/>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53" name="PlaceHolder 4"/>
          <p:cNvSpPr>
            <a:spLocks noGrp="1"/>
          </p:cNvSpPr>
          <p:nvPr>
            <p:ph type="sldNum" idx="30"/>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AB32A0CB-CE11-4197-B18A-6EACF928695F}"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54" name="PlaceHolder 1"/>
          <p:cNvSpPr>
            <a:spLocks noGrp="1"/>
          </p:cNvSpPr>
          <p:nvPr>
            <p:ph type="dt" idx="31"/>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55" name="PlaceHolder 2"/>
          <p:cNvSpPr>
            <a:spLocks noGrp="1"/>
          </p:cNvSpPr>
          <p:nvPr>
            <p:ph type="ftr" idx="32"/>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56" name="PlaceHolder 3"/>
          <p:cNvSpPr>
            <a:spLocks noGrp="1"/>
          </p:cNvSpPr>
          <p:nvPr>
            <p:ph type="sldNum" idx="33"/>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805C9C86-F7CB-46DA-9DB4-C81E9EF1C3BD}"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p>
            <a:pPr indent="0" defTabSz="914400">
              <a:lnSpc>
                <a:spcPct val="90000"/>
              </a:lnSpc>
              <a:buNone/>
            </a:pPr>
            <a:r>
              <a:rPr lang="en-US" sz="3200" b="0" u="none" strike="noStrike">
                <a:solidFill>
                  <a:schemeClr val="dk1"/>
                </a:solidFill>
                <a:effectLst/>
                <a:uFillTx/>
                <a:latin typeface="Calibri Light"/>
              </a:rPr>
              <a:t>Click to edit Master title style</a:t>
            </a:r>
            <a:endParaRPr lang="en-US" sz="3200" b="0" u="none" strike="noStrike">
              <a:solidFill>
                <a:schemeClr val="dk1"/>
              </a:solidFill>
              <a:effectLst/>
              <a:uFillTx/>
              <a:latin typeface="Calibri"/>
            </a:endParaRPr>
          </a:p>
        </p:txBody>
      </p:sp>
      <p:sp>
        <p:nvSpPr>
          <p:cNvPr id="58" name="PlaceHolder 2"/>
          <p:cNvSpPr>
            <a:spLocks noGrp="1"/>
          </p:cNvSpPr>
          <p:nvPr>
            <p:ph type="body"/>
          </p:nvPr>
        </p:nvSpPr>
        <p:spPr>
          <a:xfrm>
            <a:off x="5183280" y="987480"/>
            <a:ext cx="6171840" cy="487332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en-US" sz="3200" b="0" u="none" strike="noStrike">
                <a:solidFill>
                  <a:schemeClr val="dk1"/>
                </a:solidFill>
                <a:effectLst/>
                <a:uFillTx/>
                <a:latin typeface="Calibri"/>
              </a:rPr>
              <a:t>Click to edit Master text styles</a:t>
            </a:r>
          </a:p>
          <a:p>
            <a:pPr marL="685800" lvl="1" indent="-228600" defTabSz="914400">
              <a:lnSpc>
                <a:spcPct val="90000"/>
              </a:lnSpc>
              <a:spcBef>
                <a:spcPts val="499"/>
              </a:spcBef>
              <a:buClr>
                <a:srgbClr val="000000"/>
              </a:buClr>
              <a:buFont typeface="Arial"/>
              <a:buChar char="•"/>
            </a:pPr>
            <a:r>
              <a:rPr lang="en-US" sz="2800" b="0" u="none" strike="noStrike">
                <a:solidFill>
                  <a:schemeClr val="dk1"/>
                </a:solidFill>
                <a:effectLst/>
                <a:uFillTx/>
                <a:latin typeface="Calibri"/>
              </a:rPr>
              <a:t>Second level</a:t>
            </a:r>
          </a:p>
          <a:p>
            <a:pPr marL="1143000" lvl="2" indent="-228600"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Third level</a:t>
            </a:r>
          </a:p>
          <a:p>
            <a:pPr marL="1600200" lvl="3"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Fourth level</a:t>
            </a:r>
          </a:p>
          <a:p>
            <a:pPr marL="2057400" lvl="4" indent="-228600" defTabSz="914400">
              <a:lnSpc>
                <a:spcPct val="90000"/>
              </a:lnSpc>
              <a:spcBef>
                <a:spcPts val="499"/>
              </a:spcBef>
              <a:buClr>
                <a:srgbClr val="000000"/>
              </a:buClr>
              <a:buFont typeface="Arial"/>
              <a:buChar char="•"/>
            </a:pPr>
            <a:r>
              <a:rPr lang="en-US" sz="2000" b="0" u="none" strike="noStrike">
                <a:solidFill>
                  <a:schemeClr val="dk1"/>
                </a:solidFill>
                <a:effectLst/>
                <a:uFillTx/>
                <a:latin typeface="Calibri"/>
              </a:rPr>
              <a:t>Fifth level</a:t>
            </a:r>
          </a:p>
        </p:txBody>
      </p:sp>
      <p:sp>
        <p:nvSpPr>
          <p:cNvPr id="59"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600" b="0" u="none" strike="noStrike">
                <a:solidFill>
                  <a:schemeClr val="dk1"/>
                </a:solidFill>
                <a:effectLst/>
                <a:uFillTx/>
                <a:latin typeface="Calibri"/>
              </a:rPr>
              <a:t>Click to edit Master text styles</a:t>
            </a:r>
          </a:p>
        </p:txBody>
      </p:sp>
      <p:sp>
        <p:nvSpPr>
          <p:cNvPr id="60" name="PlaceHolder 4"/>
          <p:cNvSpPr>
            <a:spLocks noGrp="1"/>
          </p:cNvSpPr>
          <p:nvPr>
            <p:ph type="dt" idx="34"/>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61" name="PlaceHolder 5"/>
          <p:cNvSpPr>
            <a:spLocks noGrp="1"/>
          </p:cNvSpPr>
          <p:nvPr>
            <p:ph type="ftr" idx="35"/>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62" name="PlaceHolder 6"/>
          <p:cNvSpPr>
            <a:spLocks noGrp="1"/>
          </p:cNvSpPr>
          <p:nvPr>
            <p:ph type="sldNum" idx="36"/>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442ADFCB-20DE-4FB5-9D57-8365D99924AD}"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p>
            <a:pPr indent="0" defTabSz="914400">
              <a:lnSpc>
                <a:spcPct val="90000"/>
              </a:lnSpc>
              <a:buNone/>
            </a:pPr>
            <a:r>
              <a:rPr lang="en-US" sz="3200" b="0" u="none" strike="noStrike">
                <a:solidFill>
                  <a:schemeClr val="dk1"/>
                </a:solidFill>
                <a:effectLst/>
                <a:uFillTx/>
                <a:latin typeface="Calibri Light"/>
              </a:rPr>
              <a:t>Click to edit Master title style</a:t>
            </a:r>
            <a:endParaRPr lang="en-US" sz="3200" b="0" u="none" strike="noStrike">
              <a:solidFill>
                <a:schemeClr val="dk1"/>
              </a:solidFill>
              <a:effectLst/>
              <a:uFillTx/>
              <a:latin typeface="Calibri"/>
            </a:endParaRPr>
          </a:p>
        </p:txBody>
      </p:sp>
      <p:sp>
        <p:nvSpPr>
          <p:cNvPr id="64" name="PlaceHolder 2"/>
          <p:cNvSpPr>
            <a:spLocks noGrp="1"/>
          </p:cNvSpPr>
          <p:nvPr>
            <p:ph type="body"/>
          </p:nvPr>
        </p:nvSpPr>
        <p:spPr>
          <a:xfrm>
            <a:off x="5183280" y="987480"/>
            <a:ext cx="6171840" cy="4873320"/>
          </a:xfrm>
          <a:prstGeom prst="rect">
            <a:avLst/>
          </a:prstGeom>
          <a:noFill/>
          <a:ln w="0">
            <a:noFill/>
          </a:ln>
        </p:spPr>
        <p:txBody>
          <a:bodyPr lIns="90000" tIns="45000" rIns="90000" bIns="45000" anchor="t">
            <a:noAutofit/>
          </a:bodyPr>
          <a:lstStyle/>
          <a:p>
            <a:pPr indent="0" defTabSz="457200">
              <a:lnSpc>
                <a:spcPct val="100000"/>
              </a:lnSpc>
              <a:buNone/>
              <a:tabLst>
                <a:tab pos="0" algn="l"/>
              </a:tabLst>
            </a:pPr>
            <a:r>
              <a:rPr lang="en-US" sz="3200" b="0" u="none" strike="noStrike">
                <a:solidFill>
                  <a:schemeClr val="dk1"/>
                </a:solidFill>
                <a:effectLst/>
                <a:uFillTx/>
                <a:latin typeface="Calibri"/>
              </a:rPr>
              <a:t>Click icon to add picture</a:t>
            </a:r>
          </a:p>
        </p:txBody>
      </p:sp>
      <p:sp>
        <p:nvSpPr>
          <p:cNvPr id="65"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US" sz="1600" b="0" u="none" strike="noStrike">
                <a:solidFill>
                  <a:schemeClr val="dk1"/>
                </a:solidFill>
                <a:effectLst/>
                <a:uFillTx/>
                <a:latin typeface="Calibri"/>
              </a:rPr>
              <a:t>Click to edit Master text styles</a:t>
            </a:r>
          </a:p>
        </p:txBody>
      </p:sp>
      <p:sp>
        <p:nvSpPr>
          <p:cNvPr id="66" name="PlaceHolder 4"/>
          <p:cNvSpPr>
            <a:spLocks noGrp="1"/>
          </p:cNvSpPr>
          <p:nvPr>
            <p:ph type="dt" idx="37"/>
          </p:nvPr>
        </p:nvSpPr>
        <p:spPr>
          <a:xfrm>
            <a:off x="838080" y="6356520"/>
            <a:ext cx="2742840" cy="364680"/>
          </a:xfrm>
          <a:prstGeom prst="rect">
            <a:avLst/>
          </a:prstGeom>
          <a:noFill/>
          <a:ln w="0">
            <a:noFill/>
          </a:ln>
        </p:spPr>
        <p:txBody>
          <a:bodyPr lIns="91440" tIns="45720" rIns="91440" bIns="45720" anchor="ctr">
            <a:noAutofit/>
          </a:bodyPr>
          <a:lstStyle>
            <a:lvl1pPr indent="0" defTabSz="457200">
              <a:lnSpc>
                <a:spcPct val="100000"/>
              </a:lnSpc>
              <a:buNone/>
              <a:tabLst>
                <a:tab pos="0" algn="l"/>
              </a:tabLst>
              <a:defRPr lang="en-US" sz="1200" b="0" u="none" strike="noStrike">
                <a:solidFill>
                  <a:schemeClr val="dk2"/>
                </a:solidFill>
                <a:effectLst/>
                <a:uFillTx/>
                <a:latin typeface="Franklin Gothic Book"/>
              </a:defRPr>
            </a:lvl1pPr>
          </a:lstStyle>
          <a:p>
            <a:pPr indent="0" defTabSz="457200">
              <a:lnSpc>
                <a:spcPct val="100000"/>
              </a:lnSpc>
              <a:buNone/>
              <a:tabLst>
                <a:tab pos="0" algn="l"/>
              </a:tabLst>
            </a:pPr>
            <a:r>
              <a:rPr lang="en-US" sz="1200" b="0" u="none" strike="noStrike">
                <a:solidFill>
                  <a:schemeClr val="dk2"/>
                </a:solidFill>
                <a:effectLst/>
                <a:uFillTx/>
                <a:latin typeface="Franklin Gothic Book"/>
              </a:rPr>
              <a:t>&lt;date/time&gt;</a:t>
            </a:r>
            <a:endParaRPr lang="en-US" sz="1200" b="0" u="none" strike="noStrike">
              <a:solidFill>
                <a:srgbClr val="000000"/>
              </a:solidFill>
              <a:effectLst/>
              <a:uFillTx/>
              <a:latin typeface="Calibri"/>
            </a:endParaRPr>
          </a:p>
        </p:txBody>
      </p:sp>
      <p:sp>
        <p:nvSpPr>
          <p:cNvPr id="67" name="PlaceHolder 5"/>
          <p:cNvSpPr>
            <a:spLocks noGrp="1"/>
          </p:cNvSpPr>
          <p:nvPr>
            <p:ph type="ftr" idx="38"/>
          </p:nvPr>
        </p:nvSpPr>
        <p:spPr>
          <a:xfrm>
            <a:off x="4038480" y="6356520"/>
            <a:ext cx="4114440" cy="3646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nl-NL" sz="1400" b="0" u="none" strike="noStrike">
                <a:solidFill>
                  <a:srgbClr val="000000"/>
                </a:solidFill>
                <a:effectLst/>
                <a:uFillTx/>
                <a:latin typeface="Calibri"/>
              </a:defRPr>
            </a:lvl1pPr>
          </a:lstStyle>
          <a:p>
            <a:pPr indent="0" algn="ctr" defTabSz="457200">
              <a:lnSpc>
                <a:spcPct val="100000"/>
              </a:lnSpc>
              <a:buNone/>
              <a:tabLst>
                <a:tab pos="0" algn="l"/>
              </a:tabLst>
            </a:pPr>
            <a:r>
              <a:rPr lang="nl-NL" sz="1400" b="0" u="none" strike="noStrike">
                <a:solidFill>
                  <a:srgbClr val="000000"/>
                </a:solidFill>
                <a:effectLst/>
                <a:uFillTx/>
                <a:latin typeface="Calibri"/>
              </a:rPr>
              <a:t>&lt;footer&gt;</a:t>
            </a:r>
            <a:endParaRPr lang="en-US" sz="1400" b="0" u="none" strike="noStrike">
              <a:solidFill>
                <a:srgbClr val="000000"/>
              </a:solidFill>
              <a:effectLst/>
              <a:uFillTx/>
              <a:latin typeface="Calibri"/>
            </a:endParaRPr>
          </a:p>
        </p:txBody>
      </p:sp>
      <p:sp>
        <p:nvSpPr>
          <p:cNvPr id="68" name="PlaceHolder 6"/>
          <p:cNvSpPr>
            <a:spLocks noGrp="1"/>
          </p:cNvSpPr>
          <p:nvPr>
            <p:ph type="sldNum" idx="39"/>
          </p:nvPr>
        </p:nvSpPr>
        <p:spPr>
          <a:xfrm>
            <a:off x="8610480" y="6356520"/>
            <a:ext cx="2742840" cy="3646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2"/>
                </a:solidFill>
                <a:effectLst/>
                <a:uFillTx/>
                <a:latin typeface="Franklin Gothic Book"/>
              </a:defRPr>
            </a:lvl1pPr>
          </a:lstStyle>
          <a:p>
            <a:pPr indent="0" algn="r" defTabSz="457200">
              <a:lnSpc>
                <a:spcPct val="100000"/>
              </a:lnSpc>
              <a:buNone/>
              <a:tabLst>
                <a:tab pos="0" algn="l"/>
              </a:tabLst>
            </a:pPr>
            <a:fld id="{3ADF8191-96A6-4866-B319-569BDABAFD88}" type="slidenum">
              <a:rPr lang="en-US" sz="1200" b="0" u="none" strike="noStrike">
                <a:solidFill>
                  <a:schemeClr val="dk2"/>
                </a:solidFill>
                <a:effectLst/>
                <a:uFillTx/>
                <a:latin typeface="Franklin Gothic Book"/>
              </a:rPr>
              <a:t>‹#›</a:t>
            </a:fld>
            <a:endParaRPr lang="en-US" sz="1200" b="0" u="none" strike="noStrike">
              <a:solidFill>
                <a:srgbClr val="000000"/>
              </a:solidFill>
              <a:effectLst/>
              <a:uFillTx/>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hyperlink" Target="https://lionweb.io/" TargetMode="External"/><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 name="Rectangle 92">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70" name="Freeform: Shape 94">
            <a:extLst>
              <a:ext uri="{C183D7F6-B498-43B3-948B-1728B52AA6E4}">
                <adec:decorative xmlns:adec="http://schemas.microsoft.com/office/drawing/2017/decorative" val="1"/>
              </a:ext>
            </a:extLst>
          </p:cNvPr>
          <p:cNvSpPr/>
          <p:nvPr/>
        </p:nvSpPr>
        <p:spPr>
          <a:xfrm>
            <a:off x="1114560" y="0"/>
            <a:ext cx="9962640" cy="6857640"/>
          </a:xfrm>
          <a:custGeom>
            <a:avLst/>
            <a:gdLst>
              <a:gd name="textAreaLeft" fmla="*/ 0 w 9962640"/>
              <a:gd name="textAreaRight" fmla="*/ 9963000 w 9962640"/>
              <a:gd name="textAreaTop" fmla="*/ 0 h 6857640"/>
              <a:gd name="textAreaBottom" fmla="*/ 6858000 h 6857640"/>
              <a:gd name="GluePoint1X" fmla="*/ 1595771 w 9963150"/>
              <a:gd name="GluePoint1Y" fmla="*/ 0 h 6858000"/>
              <a:gd name="GluePoint2X" fmla="*/ 8367379 w 9963150"/>
              <a:gd name="GluePoint2Y" fmla="*/ 0 h 6858000"/>
              <a:gd name="GluePoint3X" fmla="*/ 8504080 w 9963150"/>
              <a:gd name="GluePoint3Y" fmla="*/ 130333 h 6858000"/>
              <a:gd name="GluePoint4X" fmla="*/ 9963150 w 9963150"/>
              <a:gd name="GluePoint4Y" fmla="*/ 3652838 h 6858000"/>
              <a:gd name="GluePoint5X" fmla="*/ 8825600 w 9963150"/>
              <a:gd name="GluePoint5Y" fmla="*/ 6821583 h 6858000"/>
              <a:gd name="GluePoint6X" fmla="*/ 8794055 w 9963150"/>
              <a:gd name="GluePoint6Y" fmla="*/ 6858000 h 6858000"/>
              <a:gd name="GluePoint7X" fmla="*/ 1169096 w 9963150"/>
              <a:gd name="GluePoint7Y" fmla="*/ 6858000 h 6858000"/>
              <a:gd name="GluePoint8X" fmla="*/ 1137550 w 9963150"/>
              <a:gd name="GluePoint8Y" fmla="*/ 6821583 h 6858000"/>
              <a:gd name="GluePoint9X" fmla="*/ 0 w 9963150"/>
              <a:gd name="GluePoint9Y" fmla="*/ 3652838 h 6858000"/>
              <a:gd name="GluePoint10X" fmla="*/ 1459070 w 9963150"/>
              <a:gd name="GluePoint10Y" fmla="*/ 130333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Lst>
            <a:rect l="textAreaLeft" t="textAreaTop" r="textAreaRight" b="textAreaBottom"/>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68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71" name="Freeform: Shape 96">
            <a:extLst>
              <a:ext uri="{C183D7F6-B498-43B3-948B-1728B52AA6E4}">
                <adec:decorative xmlns:adec="http://schemas.microsoft.com/office/drawing/2017/decorative" val="1"/>
              </a:ext>
            </a:extLst>
          </p:cNvPr>
          <p:cNvSpPr/>
          <p:nvPr/>
        </p:nvSpPr>
        <p:spPr>
          <a:xfrm>
            <a:off x="1121760" y="0"/>
            <a:ext cx="9948240" cy="6857640"/>
          </a:xfrm>
          <a:custGeom>
            <a:avLst/>
            <a:gdLst>
              <a:gd name="textAreaLeft" fmla="*/ 0 w 9948240"/>
              <a:gd name="textAreaRight" fmla="*/ 9948600 w 9948240"/>
              <a:gd name="textAreaTop" fmla="*/ 0 h 6857640"/>
              <a:gd name="textAreaBottom" fmla="*/ 6858000 h 6857640"/>
              <a:gd name="GluePoint1X" fmla="*/ 1595771 w 9963150"/>
              <a:gd name="GluePoint1Y" fmla="*/ 0 h 6858000"/>
              <a:gd name="GluePoint2X" fmla="*/ 8367379 w 9963150"/>
              <a:gd name="GluePoint2Y" fmla="*/ 0 h 6858000"/>
              <a:gd name="GluePoint3X" fmla="*/ 8504080 w 9963150"/>
              <a:gd name="GluePoint3Y" fmla="*/ 130333 h 6858000"/>
              <a:gd name="GluePoint4X" fmla="*/ 9963150 w 9963150"/>
              <a:gd name="GluePoint4Y" fmla="*/ 3652838 h 6858000"/>
              <a:gd name="GluePoint5X" fmla="*/ 8825600 w 9963150"/>
              <a:gd name="GluePoint5Y" fmla="*/ 6821583 h 6858000"/>
              <a:gd name="GluePoint6X" fmla="*/ 8794055 w 9963150"/>
              <a:gd name="GluePoint6Y" fmla="*/ 6858000 h 6858000"/>
              <a:gd name="GluePoint7X" fmla="*/ 1169096 w 9963150"/>
              <a:gd name="GluePoint7Y" fmla="*/ 6858000 h 6858000"/>
              <a:gd name="GluePoint8X" fmla="*/ 1137550 w 9963150"/>
              <a:gd name="GluePoint8Y" fmla="*/ 6821583 h 6858000"/>
              <a:gd name="GluePoint9X" fmla="*/ 0 w 9963150"/>
              <a:gd name="GluePoint9Y" fmla="*/ 3652838 h 6858000"/>
              <a:gd name="GluePoint10X" fmla="*/ 1459070 w 9963150"/>
              <a:gd name="GluePoint10Y" fmla="*/ 130333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 ang="0">
                <a:pos x="GluePoint8X" y="GluePoint8Y"/>
              </a:cxn>
              <a:cxn ang="0">
                <a:pos x="GluePoint9X" y="GluePoint9Y"/>
              </a:cxn>
              <a:cxn ang="0">
                <a:pos x="GluePoint10X" y="GluePoint10Y"/>
              </a:cxn>
            </a:cxnLst>
            <a:rect l="textAreaLeft" t="textAreaTop" r="textAreaRight" b="textAreaBottom"/>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72" name="PlaceHolder 1"/>
          <p:cNvSpPr>
            <a:spLocks noGrp="1"/>
          </p:cNvSpPr>
          <p:nvPr>
            <p:ph type="title"/>
          </p:nvPr>
        </p:nvSpPr>
        <p:spPr>
          <a:xfrm>
            <a:off x="1523880" y="1999440"/>
            <a:ext cx="9143640" cy="27637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en-US" sz="7200" b="0" u="none" strike="noStrike" cap="all" dirty="0">
                <a:solidFill>
                  <a:schemeClr val="dk1"/>
                </a:solidFill>
                <a:effectLst/>
                <a:uFillTx/>
                <a:latin typeface="Franklin Gothic Book"/>
              </a:rPr>
              <a:t>Making DSLs conversable</a:t>
            </a:r>
            <a:endParaRPr lang="en-US" sz="7200" b="0" u="none" strike="noStrike" dirty="0">
              <a:solidFill>
                <a:schemeClr val="dk1"/>
              </a:solidFill>
              <a:effectLst/>
              <a:uFillTx/>
              <a:latin typeface="Calibri"/>
            </a:endParaRPr>
          </a:p>
        </p:txBody>
      </p:sp>
      <p:sp>
        <p:nvSpPr>
          <p:cNvPr id="73" name="PlaceHolder 2"/>
          <p:cNvSpPr>
            <a:spLocks noGrp="1"/>
          </p:cNvSpPr>
          <p:nvPr>
            <p:ph type="subTitle"/>
          </p:nvPr>
        </p:nvSpPr>
        <p:spPr>
          <a:xfrm>
            <a:off x="705168" y="5619744"/>
            <a:ext cx="8257680" cy="631440"/>
          </a:xfrm>
          <a:prstGeom prst="rect">
            <a:avLst/>
          </a:prstGeom>
          <a:noFill/>
          <a:ln w="0">
            <a:noFill/>
          </a:ln>
        </p:spPr>
        <p:txBody>
          <a:bodyPr lIns="91440" tIns="45720" rIns="91440" bIns="45720" anchor="ctr">
            <a:normAutofit/>
          </a:bodyPr>
          <a:lstStyle/>
          <a:p>
            <a:pPr marL="228600" indent="0" algn="ctr" defTabSz="914400">
              <a:lnSpc>
                <a:spcPct val="90000"/>
              </a:lnSpc>
              <a:spcBef>
                <a:spcPts val="1001"/>
              </a:spcBef>
              <a:spcAft>
                <a:spcPts val="601"/>
              </a:spcAft>
              <a:buNone/>
              <a:tabLst>
                <a:tab pos="0" algn="l"/>
              </a:tabLst>
            </a:pPr>
            <a:r>
              <a:rPr lang="en-US" sz="2800" b="0" u="none" strike="noStrike" dirty="0">
                <a:solidFill>
                  <a:schemeClr val="dk1"/>
                </a:solidFill>
                <a:effectLst/>
                <a:uFillTx/>
                <a:latin typeface="Franklin Gothic Book"/>
              </a:rPr>
              <a:t>Krishna Narasimhan</a:t>
            </a:r>
            <a:r>
              <a:rPr lang="en-US" sz="2800" dirty="0">
                <a:solidFill>
                  <a:schemeClr val="dk1"/>
                </a:solidFill>
                <a:latin typeface="Franklin Gothic Book"/>
              </a:rPr>
              <a:t>, </a:t>
            </a:r>
            <a:endParaRPr lang="en-US" sz="2800" b="0" u="none" strike="noStrike" dirty="0">
              <a:solidFill>
                <a:srgbClr val="000000"/>
              </a:solidFill>
              <a:effectLst/>
              <a:uFillTx/>
              <a:latin typeface="Calibri"/>
            </a:endParaRPr>
          </a:p>
        </p:txBody>
      </p:sp>
      <p:sp>
        <p:nvSpPr>
          <p:cNvPr id="74" name="Rectangle 98">
            <a:extLst>
              <a:ext uri="{C183D7F6-B498-43B3-948B-1728B52AA6E4}">
                <adec:decorative xmlns:adec="http://schemas.microsoft.com/office/drawing/2017/decorative" val="1"/>
              </a:ext>
            </a:extLst>
          </p:cNvPr>
          <p:cNvSpPr/>
          <p:nvPr/>
        </p:nvSpPr>
        <p:spPr>
          <a:xfrm>
            <a:off x="3718440" y="5524920"/>
            <a:ext cx="4754520" cy="2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17640" rIns="90000" bIns="-17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pic>
        <p:nvPicPr>
          <p:cNvPr id="75" name="Picture 6"/>
          <p:cNvPicPr/>
          <p:nvPr/>
        </p:nvPicPr>
        <p:blipFill>
          <a:blip r:embed="rId3"/>
          <a:stretch/>
        </p:blipFill>
        <p:spPr>
          <a:xfrm>
            <a:off x="6829200" y="5619744"/>
            <a:ext cx="1643760" cy="50256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72"/>
                                        </p:tgtEl>
                                        <p:attrNameLst>
                                          <p:attrName>style.visibility</p:attrName>
                                        </p:attrNameLst>
                                      </p:cBhvr>
                                      <p:to>
                                        <p:strVal val="visible"/>
                                      </p:to>
                                    </p:set>
                                    <p:animEffect transition="in" filter="fade">
                                      <p:cBhvr additive="repl">
                                        <p:cTn id="7" dur="400"/>
                                        <p:tgtEl>
                                          <p:spTgt spid="72"/>
                                        </p:tgtEl>
                                      </p:cBhvr>
                                    </p:animEffect>
                                  </p:childTnLst>
                                </p:cTn>
                              </p:par>
                              <p:par>
                                <p:cTn id="8" presetID="10" presetClass="entr" fill="hold" nodeType="withEffect">
                                  <p:stCondLst>
                                    <p:cond delay="2000"/>
                                  </p:stCondLst>
                                  <p:iterate type="lt">
                                    <p:tmAbs val="100"/>
                                  </p:iterate>
                                  <p:childTnLst>
                                    <p:set>
                                      <p:cBhvr>
                                        <p:cTn id="9" dur="1" fill="hold">
                                          <p:stCondLst>
                                            <p:cond delay="0"/>
                                          </p:stCondLst>
                                        </p:cTn>
                                        <p:tgtEl>
                                          <p:spTgt spid="73">
                                            <p:txEl>
                                              <p:pRg st="0" end="0"/>
                                            </p:txEl>
                                          </p:spTgt>
                                        </p:tgtEl>
                                        <p:attrNameLst>
                                          <p:attrName>style.visibility</p:attrName>
                                        </p:attrNameLst>
                                      </p:cBhvr>
                                      <p:to>
                                        <p:strVal val="visible"/>
                                      </p:to>
                                    </p:set>
                                    <p:animEffect transition="in" filter="fade">
                                      <p:cBhvr additive="repl">
                                        <p:cTn id="10" dur="400"/>
                                        <p:tgtEl>
                                          <p:spTgt spid="7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76" name="Rectangle 95">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77" name="Freeform: Shape 97">
            <a:extLst>
              <a:ext uri="{C183D7F6-B498-43B3-948B-1728B52AA6E4}">
                <adec:decorative xmlns:adec="http://schemas.microsoft.com/office/drawing/2017/decorative" val="1"/>
              </a:ext>
            </a:extLst>
          </p:cNvPr>
          <p:cNvSpPr/>
          <p:nvPr/>
        </p:nvSpPr>
        <p:spPr>
          <a:xfrm>
            <a:off x="0" y="0"/>
            <a:ext cx="4455360" cy="6857640"/>
          </a:xfrm>
          <a:custGeom>
            <a:avLst/>
            <a:gdLst>
              <a:gd name="textAreaLeft" fmla="*/ 0 w 4455360"/>
              <a:gd name="textAreaRight" fmla="*/ 4455720 w 4455360"/>
              <a:gd name="textAreaTop" fmla="*/ 0 h 6857640"/>
              <a:gd name="textAreaBottom" fmla="*/ 6858000 h 6857640"/>
              <a:gd name="GluePoint1X" fmla="*/ 0 w 4455673"/>
              <a:gd name="GluePoint1Y" fmla="*/ 0 h 6858000"/>
              <a:gd name="GluePoint2X" fmla="*/ 3242695 w 4455673"/>
              <a:gd name="GluePoint2Y" fmla="*/ 0 h 6858000"/>
              <a:gd name="GluePoint3X" fmla="*/ 3305678 w 4455673"/>
              <a:gd name="GluePoint3Y" fmla="*/ 69271 h 6858000"/>
              <a:gd name="GluePoint4X" fmla="*/ 4455673 w 4455673"/>
              <a:gd name="GluePoint4Y" fmla="*/ 3429000 h 6858000"/>
              <a:gd name="GluePoint5X" fmla="*/ 3305678 w 4455673"/>
              <a:gd name="GluePoint5Y" fmla="*/ 6788730 h 6858000"/>
              <a:gd name="GluePoint6X" fmla="*/ 3242695 w 4455673"/>
              <a:gd name="GluePoint6Y" fmla="*/ 6858000 h 6858000"/>
              <a:gd name="GluePoint7X" fmla="*/ 0 w 4455673"/>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20" dist="3816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78" name="Freeform: Shape 99">
            <a:extLst>
              <a:ext uri="{C183D7F6-B498-43B3-948B-1728B52AA6E4}">
                <adec:decorative xmlns:adec="http://schemas.microsoft.com/office/drawing/2017/decorative" val="1"/>
              </a:ext>
            </a:extLst>
          </p:cNvPr>
          <p:cNvSpPr/>
          <p:nvPr/>
        </p:nvSpPr>
        <p:spPr>
          <a:xfrm>
            <a:off x="0" y="0"/>
            <a:ext cx="4446000" cy="6857640"/>
          </a:xfrm>
          <a:custGeom>
            <a:avLst/>
            <a:gdLst>
              <a:gd name="textAreaLeft" fmla="*/ 0 w 4446000"/>
              <a:gd name="textAreaRight" fmla="*/ 4446360 w 4446000"/>
              <a:gd name="textAreaTop" fmla="*/ 0 h 6857640"/>
              <a:gd name="textAreaBottom" fmla="*/ 6858000 h 6857640"/>
              <a:gd name="GluePoint1X" fmla="*/ 0 w 4446529"/>
              <a:gd name="GluePoint1Y" fmla="*/ 0 h 6858000"/>
              <a:gd name="GluePoint2X" fmla="*/ 3233551 w 4446529"/>
              <a:gd name="GluePoint2Y" fmla="*/ 0 h 6858000"/>
              <a:gd name="GluePoint3X" fmla="*/ 3296534 w 4446529"/>
              <a:gd name="GluePoint3Y" fmla="*/ 69271 h 6858000"/>
              <a:gd name="GluePoint4X" fmla="*/ 4446529 w 4446529"/>
              <a:gd name="GluePoint4Y" fmla="*/ 3429000 h 6858000"/>
              <a:gd name="GluePoint5X" fmla="*/ 3296534 w 4446529"/>
              <a:gd name="GluePoint5Y" fmla="*/ 6788730 h 6858000"/>
              <a:gd name="GluePoint6X" fmla="*/ 3233551 w 4446529"/>
              <a:gd name="GluePoint6Y" fmla="*/ 6858000 h 6858000"/>
              <a:gd name="GluePoint7X" fmla="*/ 0 w 4446529"/>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79" name="PlaceHolder 1"/>
          <p:cNvSpPr>
            <a:spLocks noGrp="1"/>
          </p:cNvSpPr>
          <p:nvPr>
            <p:ph type="title"/>
          </p:nvPr>
        </p:nvSpPr>
        <p:spPr>
          <a:xfrm>
            <a:off x="371160" y="1161360"/>
            <a:ext cx="3437640" cy="123876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2800" b="0" u="none" strike="noStrike">
                <a:solidFill>
                  <a:schemeClr val="dk1"/>
                </a:solidFill>
                <a:effectLst/>
                <a:uFillTx/>
                <a:latin typeface="Franklin Gothic Book"/>
              </a:rPr>
              <a:t>DSLs are great</a:t>
            </a:r>
            <a:endParaRPr lang="en-US" sz="2800" b="0" u="none" strike="noStrike">
              <a:solidFill>
                <a:schemeClr val="dk1"/>
              </a:solidFill>
              <a:effectLst/>
              <a:uFillTx/>
              <a:latin typeface="Calibri"/>
            </a:endParaRPr>
          </a:p>
        </p:txBody>
      </p:sp>
      <p:sp>
        <p:nvSpPr>
          <p:cNvPr id="80" name="Rectangle 101">
            <a:extLst>
              <a:ext uri="{C183D7F6-B498-43B3-948B-1728B52AA6E4}">
                <adec:decorative xmlns:adec="http://schemas.microsoft.com/office/drawing/2017/decorative" val="1"/>
              </a:ext>
            </a:extLst>
          </p:cNvPr>
          <p:cNvSpPr/>
          <p:nvPr/>
        </p:nvSpPr>
        <p:spPr>
          <a:xfrm>
            <a:off x="0" y="1426680"/>
            <a:ext cx="127800" cy="653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81" name="Rectangle 103">
            <a:extLst>
              <a:ext uri="{C183D7F6-B498-43B3-948B-1728B52AA6E4}">
                <adec:decorative xmlns:adec="http://schemas.microsoft.com/office/drawing/2017/decorative" val="1"/>
              </a:ext>
            </a:extLst>
          </p:cNvPr>
          <p:cNvSpPr/>
          <p:nvPr/>
        </p:nvSpPr>
        <p:spPr>
          <a:xfrm>
            <a:off x="396000" y="2443320"/>
            <a:ext cx="3382920" cy="18000"/>
          </a:xfrm>
          <a:prstGeom prst="rect">
            <a:avLst/>
          </a:prstGeom>
          <a:solidFill>
            <a:srgbClr val="D5D5D5"/>
          </a:solidFill>
          <a:ln w="3175">
            <a:noFill/>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82" name="PlaceHolder 2"/>
          <p:cNvSpPr>
            <a:spLocks noGrp="1"/>
          </p:cNvSpPr>
          <p:nvPr>
            <p:ph/>
          </p:nvPr>
        </p:nvSpPr>
        <p:spPr>
          <a:xfrm>
            <a:off x="371160" y="2718000"/>
            <a:ext cx="3438720" cy="3206880"/>
          </a:xfrm>
          <a:prstGeom prst="rect">
            <a:avLst/>
          </a:prstGeom>
          <a:noFill/>
          <a:ln w="0">
            <a:noFill/>
          </a:ln>
        </p:spPr>
        <p:txBody>
          <a:bodyPr lIns="91440" tIns="45720" rIns="91440" bIns="45720" anchor="t">
            <a:normAutofit/>
          </a:bodyPr>
          <a:lstStyle/>
          <a:p>
            <a:pPr marL="384120" indent="-384120">
              <a:spcBef>
                <a:spcPts val="1001"/>
              </a:spcBef>
              <a:spcAft>
                <a:spcPts val="201"/>
              </a:spcAft>
              <a:buClr>
                <a:srgbClr val="191B0E"/>
              </a:buClr>
              <a:buFont typeface="Franklin Gothic Book"/>
              <a:buChar char="■"/>
            </a:pPr>
            <a:r>
              <a:rPr lang="en-GB" sz="1700" dirty="0">
                <a:solidFill>
                  <a:schemeClr val="dk1"/>
                </a:solidFill>
                <a:latin typeface="Franklin Gothic Book"/>
              </a:rPr>
              <a:t>DSLs model complex domains with precision.</a:t>
            </a:r>
          </a:p>
          <a:p>
            <a:pPr marL="384120" indent="-384120">
              <a:spcBef>
                <a:spcPts val="1001"/>
              </a:spcBef>
              <a:spcAft>
                <a:spcPts val="201"/>
              </a:spcAft>
              <a:buClr>
                <a:srgbClr val="191B0E"/>
              </a:buClr>
              <a:buFont typeface="Franklin Gothic Book"/>
              <a:buChar char="■"/>
            </a:pPr>
            <a:r>
              <a:rPr lang="en-GB" sz="1700" dirty="0">
                <a:solidFill>
                  <a:schemeClr val="dk1"/>
                </a:solidFill>
                <a:latin typeface="Franklin Gothic Book"/>
              </a:rPr>
              <a:t>They ensure valid, rule-consistent operations.</a:t>
            </a:r>
          </a:p>
          <a:p>
            <a:pPr marL="384120" indent="-384120">
              <a:spcBef>
                <a:spcPts val="1001"/>
              </a:spcBef>
              <a:spcAft>
                <a:spcPts val="201"/>
              </a:spcAft>
              <a:buClr>
                <a:srgbClr val="191B0E"/>
              </a:buClr>
              <a:buFont typeface="Franklin Gothic Book"/>
              <a:buChar char="■"/>
            </a:pPr>
            <a:r>
              <a:rPr lang="en-GB" sz="1700" dirty="0">
                <a:solidFill>
                  <a:schemeClr val="dk1"/>
                </a:solidFill>
                <a:latin typeface="Franklin Gothic Book"/>
              </a:rPr>
              <a:t>Example: cycling domain model enforcing age limits or team structure.</a:t>
            </a:r>
            <a:endParaRPr lang="en-US" sz="1700" b="0" u="none" strike="noStrike" dirty="0">
              <a:solidFill>
                <a:schemeClr val="dk1"/>
              </a:solidFill>
              <a:effectLst/>
              <a:uFillTx/>
              <a:latin typeface="Calibri"/>
            </a:endParaRPr>
          </a:p>
        </p:txBody>
      </p:sp>
      <p:pic>
        <p:nvPicPr>
          <p:cNvPr id="83" name="Picture 6"/>
          <p:cNvPicPr/>
          <p:nvPr/>
        </p:nvPicPr>
        <p:blipFill>
          <a:blip r:embed="rId3"/>
          <a:stretch/>
        </p:blipFill>
        <p:spPr>
          <a:xfrm>
            <a:off x="4901040" y="1168920"/>
            <a:ext cx="6921720" cy="4620240"/>
          </a:xfrm>
          <a:prstGeom prst="rect">
            <a:avLst/>
          </a:prstGeom>
          <a:noFill/>
          <a:ln w="0">
            <a:noFill/>
          </a:ln>
        </p:spPr>
      </p:pic>
    </p:spTree>
    <p:extLst>
      <p:ext uri="{BB962C8B-B14F-4D97-AF65-F5344CB8AC3E}">
        <p14:creationId xmlns:p14="http://schemas.microsoft.com/office/powerpoint/2010/main" val="2468339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6" name="Rectangle 95">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p:nvSpPr>
          <p:cNvPr id="87" name="Rectangle 97">
            <a:extLst>
              <a:ext uri="{C183D7F6-B498-43B3-948B-1728B52AA6E4}">
                <adec:decorative xmlns:adec="http://schemas.microsoft.com/office/drawing/2017/decorative" val="1"/>
              </a:ext>
            </a:extLst>
          </p:cNvPr>
          <p:cNvSpPr/>
          <p:nvPr/>
        </p:nvSpPr>
        <p:spPr>
          <a:xfrm>
            <a:off x="0" y="0"/>
            <a:ext cx="9756360" cy="6857640"/>
          </a:xfrm>
          <a:prstGeom prst="rect">
            <a:avLst/>
          </a:prstGeom>
          <a:gradFill rotWithShape="0">
            <a:gsLst>
              <a:gs pos="0">
                <a:srgbClr val="FFFFFF">
                  <a:alpha val="0"/>
                </a:srgbClr>
              </a:gs>
              <a:gs pos="19000">
                <a:srgbClr val="FFFFFF">
                  <a:alpha val="38000"/>
                </a:srgbClr>
              </a:gs>
              <a:gs pos="35000">
                <a:srgbClr val="FFFFFF">
                  <a:alpha val="78000"/>
                </a:srgbClr>
              </a:gs>
              <a:gs pos="5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p:nvSpPr>
          <p:cNvPr id="88" name="PlaceHolder 1"/>
          <p:cNvSpPr>
            <a:spLocks noGrp="1"/>
          </p:cNvSpPr>
          <p:nvPr>
            <p:ph type="title"/>
          </p:nvPr>
        </p:nvSpPr>
        <p:spPr>
          <a:xfrm>
            <a:off x="424800" y="980280"/>
            <a:ext cx="3437640" cy="1124280"/>
          </a:xfrm>
          <a:prstGeom prst="rect">
            <a:avLst/>
          </a:prstGeom>
          <a:noFill/>
          <a:ln w="0">
            <a:noFill/>
          </a:ln>
        </p:spPr>
        <p:txBody>
          <a:bodyPr lIns="91440" tIns="45720" rIns="91440" bIns="45720" anchor="b">
            <a:normAutofit/>
          </a:bodyPr>
          <a:lstStyle/>
          <a:p>
            <a:pPr indent="0" defTabSz="914400">
              <a:lnSpc>
                <a:spcPct val="90000"/>
              </a:lnSpc>
              <a:buNone/>
            </a:pPr>
            <a:r>
              <a:rPr lang="en-US" sz="2800" b="0" u="none" strike="noStrike">
                <a:solidFill>
                  <a:schemeClr val="dk1"/>
                </a:solidFill>
                <a:effectLst/>
                <a:uFillTx/>
                <a:latin typeface="Calibri Light"/>
              </a:rPr>
              <a:t>Use case: </a:t>
            </a:r>
            <a:br>
              <a:rPr sz="2800"/>
            </a:br>
            <a:r>
              <a:rPr lang="en-US" sz="2800" b="0" u="none" strike="noStrike">
                <a:solidFill>
                  <a:schemeClr val="dk1"/>
                </a:solidFill>
                <a:effectLst/>
                <a:uFillTx/>
                <a:latin typeface="Calibri Light"/>
              </a:rPr>
              <a:t>BEAT Cyling Club </a:t>
            </a:r>
            <a:endParaRPr lang="en-US" sz="2800" b="0" u="none" strike="noStrike">
              <a:solidFill>
                <a:schemeClr val="dk1"/>
              </a:solidFill>
              <a:effectLst/>
              <a:uFillTx/>
              <a:latin typeface="Calibri"/>
            </a:endParaRPr>
          </a:p>
        </p:txBody>
      </p:sp>
      <p:sp>
        <p:nvSpPr>
          <p:cNvPr id="89" name="Rectangle 99">
            <a:extLst>
              <a:ext uri="{C183D7F6-B498-43B3-948B-1728B52AA6E4}">
                <adec:decorative xmlns:adec="http://schemas.microsoft.com/office/drawing/2017/decorative" val="1"/>
              </a:ext>
            </a:extLst>
          </p:cNvPr>
          <p:cNvSpPr/>
          <p:nvPr/>
        </p:nvSpPr>
        <p:spPr>
          <a:xfrm rot="5400000">
            <a:off x="662760" y="605520"/>
            <a:ext cx="72720" cy="54828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90" name="Rectangle 101">
            <a:extLst>
              <a:ext uri="{C183D7F6-B498-43B3-948B-1728B52AA6E4}">
                <adec:decorative xmlns:adec="http://schemas.microsoft.com/office/drawing/2017/decorative" val="1"/>
              </a:ext>
            </a:extLst>
          </p:cNvPr>
          <p:cNvSpPr/>
          <p:nvPr/>
        </p:nvSpPr>
        <p:spPr>
          <a:xfrm>
            <a:off x="428400" y="2443320"/>
            <a:ext cx="3300480" cy="8640"/>
          </a:xfrm>
          <a:prstGeom prst="rect">
            <a:avLst/>
          </a:prstGeom>
          <a:solidFill>
            <a:srgbClr val="D5D5D5"/>
          </a:solidFill>
          <a:ln w="3175">
            <a:solidFill>
              <a:srgbClr val="D5D5D5"/>
            </a:solidFill>
          </a:ln>
        </p:spPr>
        <p:style>
          <a:lnRef idx="2">
            <a:schemeClr val="accent1">
              <a:shade val="50000"/>
            </a:schemeClr>
          </a:lnRef>
          <a:fillRef idx="1">
            <a:schemeClr val="accent1"/>
          </a:fillRef>
          <a:effectRef idx="0">
            <a:schemeClr val="accent1"/>
          </a:effectRef>
          <a:fontRef idx="minor"/>
        </p:style>
        <p:txBody>
          <a:bodyPr lIns="90000" tIns="-36000" rIns="90000" bIns="-36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91" name="PlaceHolder 2"/>
          <p:cNvSpPr>
            <a:spLocks noGrp="1"/>
          </p:cNvSpPr>
          <p:nvPr>
            <p:ph/>
          </p:nvPr>
        </p:nvSpPr>
        <p:spPr>
          <a:xfrm>
            <a:off x="371160" y="2718000"/>
            <a:ext cx="3438720" cy="3206880"/>
          </a:xfrm>
          <a:prstGeom prst="rect">
            <a:avLst/>
          </a:prstGeom>
          <a:noFill/>
          <a:ln w="0">
            <a:noFill/>
          </a:ln>
        </p:spPr>
        <p:txBody>
          <a:bodyPr lIns="91440" tIns="45720" rIns="91440" bIns="45720" anchor="t">
            <a:normAutofit fontScale="92500" lnSpcReduction="9999"/>
          </a:bodyPr>
          <a:lstStyle/>
          <a:p>
            <a:pPr marL="384120" indent="-384120" defTabSz="914400">
              <a:lnSpc>
                <a:spcPct val="90000"/>
              </a:lnSpc>
              <a:spcBef>
                <a:spcPts val="1001"/>
              </a:spcBef>
              <a:spcAft>
                <a:spcPts val="201"/>
              </a:spcAft>
              <a:buClr>
                <a:srgbClr val="191B0E"/>
              </a:buClr>
              <a:buFont typeface="Franklin Gothic Book"/>
              <a:buChar char="■"/>
            </a:pPr>
            <a:r>
              <a:rPr lang="en-US" sz="1700" b="0" u="none" strike="noStrike" dirty="0">
                <a:solidFill>
                  <a:schemeClr val="dk1"/>
                </a:solidFill>
                <a:effectLst/>
                <a:uFillTx/>
                <a:latin typeface="Franklin Gothic Book"/>
              </a:rPr>
              <a:t>Talent prediction for cycling pro’s</a:t>
            </a:r>
            <a:endParaRPr lang="en-US" sz="1700" b="0" u="none" strike="noStrike" dirty="0">
              <a:solidFill>
                <a:schemeClr val="dk1"/>
              </a:solidFill>
              <a:effectLst/>
              <a:uFillTx/>
              <a:latin typeface="Calibri"/>
            </a:endParaRPr>
          </a:p>
          <a:p>
            <a:pPr marL="384120" indent="-384120" defTabSz="914400">
              <a:lnSpc>
                <a:spcPct val="90000"/>
              </a:lnSpc>
              <a:spcBef>
                <a:spcPts val="1001"/>
              </a:spcBef>
              <a:spcAft>
                <a:spcPts val="201"/>
              </a:spcAft>
              <a:buClr>
                <a:srgbClr val="191B0E"/>
              </a:buClr>
              <a:buFont typeface="Franklin Gothic Book"/>
              <a:buChar char="■"/>
            </a:pPr>
            <a:r>
              <a:rPr lang="en-US" sz="1700" b="0" u="none" strike="noStrike" dirty="0">
                <a:solidFill>
                  <a:schemeClr val="dk1"/>
                </a:solidFill>
                <a:effectLst/>
                <a:uFillTx/>
                <a:latin typeface="Franklin Gothic Book"/>
              </a:rPr>
              <a:t>Race results combined with secondary data (weather, location, training data, equipment)</a:t>
            </a:r>
            <a:endParaRPr lang="en-US" sz="1700" b="0" u="none" strike="noStrike" dirty="0">
              <a:solidFill>
                <a:schemeClr val="dk1"/>
              </a:solidFill>
              <a:effectLst/>
              <a:uFillTx/>
              <a:latin typeface="Calibri"/>
            </a:endParaRPr>
          </a:p>
          <a:p>
            <a:pPr marL="228600" indent="-228600" defTabSz="914400">
              <a:lnSpc>
                <a:spcPct val="90000"/>
              </a:lnSpc>
              <a:spcBef>
                <a:spcPts val="1001"/>
              </a:spcBef>
              <a:spcAft>
                <a:spcPts val="201"/>
              </a:spcAft>
              <a:buClr>
                <a:srgbClr val="191B0E"/>
              </a:buClr>
              <a:buFont typeface="Arial"/>
              <a:buChar char="•"/>
            </a:pPr>
            <a:r>
              <a:rPr lang="en-US" sz="1700" b="0" u="none" strike="noStrike" dirty="0">
                <a:solidFill>
                  <a:schemeClr val="dk1"/>
                </a:solidFill>
                <a:effectLst/>
                <a:uFillTx/>
                <a:latin typeface="Franklin Gothic Book"/>
              </a:rPr>
              <a:t>Problem: </a:t>
            </a:r>
            <a:endParaRPr lang="en-US" sz="1700" b="0" u="none" strike="noStrike" dirty="0">
              <a:solidFill>
                <a:schemeClr val="dk1"/>
              </a:solidFill>
              <a:effectLst/>
              <a:uFillTx/>
              <a:latin typeface="Calibri"/>
            </a:endParaRPr>
          </a:p>
          <a:p>
            <a:pPr marL="384120" indent="-384120" defTabSz="914400">
              <a:lnSpc>
                <a:spcPct val="90000"/>
              </a:lnSpc>
              <a:spcBef>
                <a:spcPts val="1001"/>
              </a:spcBef>
              <a:spcAft>
                <a:spcPts val="201"/>
              </a:spcAft>
              <a:buClr>
                <a:srgbClr val="191B0E"/>
              </a:buClr>
              <a:buFont typeface="Franklin Gothic Book"/>
              <a:buChar char="■"/>
            </a:pPr>
            <a:r>
              <a:rPr lang="en-US" sz="1700" u="none" strike="noStrike" dirty="0">
                <a:solidFill>
                  <a:schemeClr val="dk1"/>
                </a:solidFill>
                <a:effectLst/>
                <a:uFillTx/>
                <a:latin typeface="Franklin Gothic Book"/>
              </a:rPr>
              <a:t>Users without ANY tech skills</a:t>
            </a:r>
            <a:endParaRPr lang="en-US" sz="1700" u="none" strike="noStrike" dirty="0">
              <a:solidFill>
                <a:schemeClr val="dk1"/>
              </a:solidFill>
              <a:effectLst/>
              <a:uFillTx/>
              <a:latin typeface="Calibri"/>
            </a:endParaRPr>
          </a:p>
          <a:p>
            <a:pPr marL="384120" indent="-384120" defTabSz="914400">
              <a:lnSpc>
                <a:spcPct val="90000"/>
              </a:lnSpc>
              <a:spcBef>
                <a:spcPts val="1001"/>
              </a:spcBef>
              <a:spcAft>
                <a:spcPts val="201"/>
              </a:spcAft>
              <a:buClr>
                <a:srgbClr val="191B0E"/>
              </a:buClr>
              <a:buFont typeface="Franklin Gothic Book"/>
              <a:buChar char="■"/>
            </a:pPr>
            <a:r>
              <a:rPr lang="en-US" sz="1700" u="none" strike="noStrike" dirty="0">
                <a:solidFill>
                  <a:schemeClr val="dk1"/>
                </a:solidFill>
                <a:effectLst/>
                <a:uFillTx/>
                <a:latin typeface="Franklin Gothic Book"/>
              </a:rPr>
              <a:t>Users have very limited time</a:t>
            </a:r>
          </a:p>
        </p:txBody>
      </p:sp>
      <p:sp>
        <p:nvSpPr>
          <p:cNvPr id="92" name="Picture 1" descr="A group of people riding bicycles&#10;&#10;AI-generated content may be incorrect."/>
          <p:cNvSpPr/>
          <p:nvPr/>
        </p:nvSpPr>
        <p:spPr>
          <a:xfrm>
            <a:off x="4883040" y="0"/>
            <a:ext cx="7308720" cy="3364560"/>
          </a:xfrm>
          <a:custGeom>
            <a:avLst/>
            <a:gdLst>
              <a:gd name="textAreaLeft" fmla="*/ 0 w 7308720"/>
              <a:gd name="textAreaRight" fmla="*/ 7309080 w 7308720"/>
              <a:gd name="textAreaTop" fmla="*/ 0 h 3364560"/>
              <a:gd name="textAreaBottom" fmla="*/ 3364920 h 3364560"/>
            </a:gdLst>
            <a:ahLst/>
            <a:cxnLst/>
            <a:rect l="textAreaLeft" t="textAreaTop" r="textAreaRight" b="textAreaBottom"/>
            <a:pathLst>
              <a:path w="7308975" h="3364992">
                <a:moveTo>
                  <a:pt x="0" y="0"/>
                </a:moveTo>
                <a:lnTo>
                  <a:pt x="7308975" y="0"/>
                </a:lnTo>
                <a:lnTo>
                  <a:pt x="7308975" y="3364992"/>
                </a:lnTo>
                <a:lnTo>
                  <a:pt x="1210305" y="3364992"/>
                </a:lnTo>
                <a:lnTo>
                  <a:pt x="1192705" y="2943200"/>
                </a:lnTo>
                <a:cubicBezTo>
                  <a:pt x="1098874" y="1825108"/>
                  <a:pt x="684692" y="821621"/>
                  <a:pt x="62981" y="69271"/>
                </a:cubicBez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Calibri"/>
            </a:endParaRPr>
          </a:p>
        </p:txBody>
      </p:sp>
      <p:sp>
        <p:nvSpPr>
          <p:cNvPr id="93" name="Picture 2" descr="A person wearing a blue helmet and cycling outfit&#10;&#10;AI-generated content may be incorrect."/>
          <p:cNvSpPr/>
          <p:nvPr/>
        </p:nvSpPr>
        <p:spPr>
          <a:xfrm>
            <a:off x="4883040" y="3493080"/>
            <a:ext cx="7308720" cy="3364560"/>
          </a:xfrm>
          <a:custGeom>
            <a:avLst/>
            <a:gdLst>
              <a:gd name="textAreaLeft" fmla="*/ 0 w 7308720"/>
              <a:gd name="textAreaRight" fmla="*/ 7309080 w 7308720"/>
              <a:gd name="textAreaTop" fmla="*/ 0 h 3364560"/>
              <a:gd name="textAreaBottom" fmla="*/ 3364920 h 3364560"/>
            </a:gdLst>
            <a:ahLst/>
            <a:cxnLst/>
            <a:rect l="textAreaLeft" t="textAreaTop" r="textAreaRight" b="textAreaBottom"/>
            <a:pathLst>
              <a:path w="7308975" h="3364992">
                <a:moveTo>
                  <a:pt x="1210305" y="0"/>
                </a:moveTo>
                <a:lnTo>
                  <a:pt x="7308975" y="0"/>
                </a:lnTo>
                <a:lnTo>
                  <a:pt x="7308975" y="3364992"/>
                </a:lnTo>
                <a:lnTo>
                  <a:pt x="0" y="3364992"/>
                </a:lnTo>
                <a:lnTo>
                  <a:pt x="62981" y="3295722"/>
                </a:lnTo>
                <a:cubicBezTo>
                  <a:pt x="684692" y="2543371"/>
                  <a:pt x="1098874" y="1539884"/>
                  <a:pt x="1192705" y="421793"/>
                </a:cubicBezTo>
                <a:close/>
              </a:path>
            </a:pathLst>
          </a:cu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Rectangle 12">
            <a:extLst>
              <a:ext uri="{C183D7F6-B498-43B3-948B-1728B52AA6E4}">
                <adec:decorative xmlns:adec="http://schemas.microsoft.com/office/drawing/2017/decorative" val="1"/>
              </a:ext>
            </a:extLst>
          </p:cNvPr>
          <p:cNvSpPr/>
          <p:nvPr/>
        </p:nvSpPr>
        <p:spPr>
          <a:xfrm>
            <a:off x="1440" y="0"/>
            <a:ext cx="12188520" cy="68576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pic>
        <p:nvPicPr>
          <p:cNvPr id="95" name="Picture 5" descr="Diagram of a fire modem&#10;&#10;AI-generated content may be incorrect."/>
          <p:cNvPicPr/>
          <p:nvPr/>
        </p:nvPicPr>
        <p:blipFill>
          <a:blip r:embed="rId3"/>
          <a:srcRect l="2649" r="-2"/>
          <a:stretch/>
        </p:blipFill>
        <p:spPr>
          <a:xfrm>
            <a:off x="1801080" y="1013400"/>
            <a:ext cx="8589600" cy="4830480"/>
          </a:xfrm>
          <a:prstGeom prst="rect">
            <a:avLst/>
          </a:prstGeom>
          <a:noFill/>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4" name="Rectangle 98">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85" name="Freeform: Shape 100">
            <a:extLst>
              <a:ext uri="{C183D7F6-B498-43B3-948B-1728B52AA6E4}">
                <adec:decorative xmlns:adec="http://schemas.microsoft.com/office/drawing/2017/decorative" val="1"/>
              </a:ext>
            </a:extLst>
          </p:cNvPr>
          <p:cNvSpPr/>
          <p:nvPr/>
        </p:nvSpPr>
        <p:spPr>
          <a:xfrm>
            <a:off x="0" y="0"/>
            <a:ext cx="4455360" cy="6857640"/>
          </a:xfrm>
          <a:custGeom>
            <a:avLst/>
            <a:gdLst>
              <a:gd name="textAreaLeft" fmla="*/ 0 w 4455360"/>
              <a:gd name="textAreaRight" fmla="*/ 4455720 w 4455360"/>
              <a:gd name="textAreaTop" fmla="*/ 0 h 6857640"/>
              <a:gd name="textAreaBottom" fmla="*/ 6858000 h 6857640"/>
              <a:gd name="GluePoint1X" fmla="*/ 0 w 4455673"/>
              <a:gd name="GluePoint1Y" fmla="*/ 0 h 6858000"/>
              <a:gd name="GluePoint2X" fmla="*/ 3242695 w 4455673"/>
              <a:gd name="GluePoint2Y" fmla="*/ 0 h 6858000"/>
              <a:gd name="GluePoint3X" fmla="*/ 3305678 w 4455673"/>
              <a:gd name="GluePoint3Y" fmla="*/ 69271 h 6858000"/>
              <a:gd name="GluePoint4X" fmla="*/ 4455673 w 4455673"/>
              <a:gd name="GluePoint4Y" fmla="*/ 3429000 h 6858000"/>
              <a:gd name="GluePoint5X" fmla="*/ 3305678 w 4455673"/>
              <a:gd name="GluePoint5Y" fmla="*/ 6788730 h 6858000"/>
              <a:gd name="GluePoint6X" fmla="*/ 3242695 w 4455673"/>
              <a:gd name="GluePoint6Y" fmla="*/ 6858000 h 6858000"/>
              <a:gd name="GluePoint7X" fmla="*/ 0 w 4455673"/>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20" dist="3816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86" name="Freeform: Shape 102">
            <a:extLst>
              <a:ext uri="{C183D7F6-B498-43B3-948B-1728B52AA6E4}">
                <adec:decorative xmlns:adec="http://schemas.microsoft.com/office/drawing/2017/decorative" val="1"/>
              </a:ext>
            </a:extLst>
          </p:cNvPr>
          <p:cNvSpPr/>
          <p:nvPr/>
        </p:nvSpPr>
        <p:spPr>
          <a:xfrm>
            <a:off x="0" y="0"/>
            <a:ext cx="4446000" cy="6857640"/>
          </a:xfrm>
          <a:custGeom>
            <a:avLst/>
            <a:gdLst>
              <a:gd name="textAreaLeft" fmla="*/ 0 w 4446000"/>
              <a:gd name="textAreaRight" fmla="*/ 4446360 w 4446000"/>
              <a:gd name="textAreaTop" fmla="*/ 0 h 6857640"/>
              <a:gd name="textAreaBottom" fmla="*/ 6858000 h 6857640"/>
              <a:gd name="GluePoint1X" fmla="*/ 0 w 4446529"/>
              <a:gd name="GluePoint1Y" fmla="*/ 0 h 6858000"/>
              <a:gd name="GluePoint2X" fmla="*/ 3233551 w 4446529"/>
              <a:gd name="GluePoint2Y" fmla="*/ 0 h 6858000"/>
              <a:gd name="GluePoint3X" fmla="*/ 3296534 w 4446529"/>
              <a:gd name="GluePoint3Y" fmla="*/ 69271 h 6858000"/>
              <a:gd name="GluePoint4X" fmla="*/ 4446529 w 4446529"/>
              <a:gd name="GluePoint4Y" fmla="*/ 3429000 h 6858000"/>
              <a:gd name="GluePoint5X" fmla="*/ 3296534 w 4446529"/>
              <a:gd name="GluePoint5Y" fmla="*/ 6788730 h 6858000"/>
              <a:gd name="GluePoint6X" fmla="*/ 3233551 w 4446529"/>
              <a:gd name="GluePoint6Y" fmla="*/ 6858000 h 6858000"/>
              <a:gd name="GluePoint7X" fmla="*/ 0 w 4446529"/>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87" name="PlaceHolder 1"/>
          <p:cNvSpPr>
            <a:spLocks noGrp="1"/>
          </p:cNvSpPr>
          <p:nvPr>
            <p:ph type="title"/>
          </p:nvPr>
        </p:nvSpPr>
        <p:spPr>
          <a:xfrm>
            <a:off x="371160" y="1161360"/>
            <a:ext cx="3437640" cy="123876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2800" b="0" u="none" strike="noStrike" dirty="0">
                <a:solidFill>
                  <a:schemeClr val="dk1"/>
                </a:solidFill>
                <a:effectLst/>
                <a:uFillTx/>
                <a:latin typeface="Franklin Gothic Book"/>
              </a:rPr>
              <a:t>Accessibility issue</a:t>
            </a:r>
            <a:endParaRPr lang="en-US" sz="2800" b="0" u="none" strike="noStrike" dirty="0">
              <a:solidFill>
                <a:schemeClr val="dk1"/>
              </a:solidFill>
              <a:effectLst/>
              <a:uFillTx/>
              <a:latin typeface="Calibri"/>
            </a:endParaRPr>
          </a:p>
        </p:txBody>
      </p:sp>
      <p:sp>
        <p:nvSpPr>
          <p:cNvPr id="88" name="Rectangle 104">
            <a:extLst>
              <a:ext uri="{C183D7F6-B498-43B3-948B-1728B52AA6E4}">
                <adec:decorative xmlns:adec="http://schemas.microsoft.com/office/drawing/2017/decorative" val="1"/>
              </a:ext>
            </a:extLst>
          </p:cNvPr>
          <p:cNvSpPr/>
          <p:nvPr/>
        </p:nvSpPr>
        <p:spPr>
          <a:xfrm>
            <a:off x="0" y="1426680"/>
            <a:ext cx="127800" cy="653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89" name="Rectangle 106">
            <a:extLst>
              <a:ext uri="{C183D7F6-B498-43B3-948B-1728B52AA6E4}">
                <adec:decorative xmlns:adec="http://schemas.microsoft.com/office/drawing/2017/decorative" val="1"/>
              </a:ext>
            </a:extLst>
          </p:cNvPr>
          <p:cNvSpPr/>
          <p:nvPr/>
        </p:nvSpPr>
        <p:spPr>
          <a:xfrm>
            <a:off x="396000" y="2443320"/>
            <a:ext cx="3382920" cy="18000"/>
          </a:xfrm>
          <a:prstGeom prst="rect">
            <a:avLst/>
          </a:prstGeom>
          <a:solidFill>
            <a:srgbClr val="D5D5D5"/>
          </a:solidFill>
          <a:ln w="3175">
            <a:noFill/>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90" name="PlaceHolder 2"/>
          <p:cNvSpPr>
            <a:spLocks noGrp="1"/>
          </p:cNvSpPr>
          <p:nvPr>
            <p:ph/>
          </p:nvPr>
        </p:nvSpPr>
        <p:spPr>
          <a:xfrm>
            <a:off x="371160" y="2718000"/>
            <a:ext cx="3438720" cy="3206880"/>
          </a:xfrm>
          <a:prstGeom prst="rect">
            <a:avLst/>
          </a:prstGeom>
          <a:noFill/>
          <a:ln w="0">
            <a:noFill/>
          </a:ln>
        </p:spPr>
        <p:txBody>
          <a:bodyPr lIns="91440" tIns="45720" rIns="91440" bIns="45720" anchor="t">
            <a:normAutofit/>
          </a:bodyPr>
          <a:lstStyle/>
          <a:p>
            <a:pPr marL="384120" indent="-384120">
              <a:spcBef>
                <a:spcPts val="1001"/>
              </a:spcBef>
              <a:spcAft>
                <a:spcPts val="201"/>
              </a:spcAft>
              <a:buClr>
                <a:srgbClr val="191B0E"/>
              </a:buClr>
              <a:buFont typeface="Franklin Gothic Book"/>
              <a:buChar char="■"/>
            </a:pPr>
            <a:r>
              <a:rPr lang="en-GB" sz="1700" dirty="0">
                <a:solidFill>
                  <a:schemeClr val="dk1"/>
                </a:solidFill>
                <a:latin typeface="Franklin Gothic Book"/>
              </a:rPr>
              <a:t>Complex syntax</a:t>
            </a:r>
          </a:p>
          <a:p>
            <a:pPr marL="384120" indent="-384120">
              <a:spcBef>
                <a:spcPts val="1001"/>
              </a:spcBef>
              <a:spcAft>
                <a:spcPts val="201"/>
              </a:spcAft>
              <a:buClr>
                <a:srgbClr val="191B0E"/>
              </a:buClr>
              <a:buFont typeface="Franklin Gothic Book"/>
              <a:buChar char="■"/>
            </a:pPr>
            <a:r>
              <a:rPr lang="en-GB" sz="1700" dirty="0">
                <a:solidFill>
                  <a:schemeClr val="dk1"/>
                </a:solidFill>
                <a:latin typeface="Franklin Gothic Book"/>
              </a:rPr>
              <a:t>Special tooling required</a:t>
            </a:r>
          </a:p>
          <a:p>
            <a:pPr marL="384120" indent="-384120">
              <a:spcBef>
                <a:spcPts val="1001"/>
              </a:spcBef>
              <a:spcAft>
                <a:spcPts val="201"/>
              </a:spcAft>
              <a:buClr>
                <a:srgbClr val="191B0E"/>
              </a:buClr>
              <a:buFont typeface="Franklin Gothic Book"/>
              <a:buChar char="■"/>
            </a:pPr>
            <a:r>
              <a:rPr lang="en-GB" sz="1700" dirty="0">
                <a:solidFill>
                  <a:schemeClr val="dk1"/>
                </a:solidFill>
                <a:latin typeface="Franklin Gothic Book"/>
              </a:rPr>
              <a:t>Limited documentation</a:t>
            </a:r>
          </a:p>
          <a:p>
            <a:pPr marL="384120" indent="-384120">
              <a:spcBef>
                <a:spcPts val="1001"/>
              </a:spcBef>
              <a:spcAft>
                <a:spcPts val="201"/>
              </a:spcAft>
              <a:buClr>
                <a:srgbClr val="191B0E"/>
              </a:buClr>
              <a:buFont typeface="Franklin Gothic Book"/>
              <a:buChar char="■"/>
            </a:pPr>
            <a:r>
              <a:rPr lang="en-GB" sz="1700" dirty="0">
                <a:solidFill>
                  <a:schemeClr val="dk1"/>
                </a:solidFill>
                <a:latin typeface="Franklin Gothic Book"/>
              </a:rPr>
              <a:t>Steep learning curve</a:t>
            </a:r>
            <a:endParaRPr lang="en-US" sz="1700" b="0" u="none" strike="noStrike" dirty="0">
              <a:solidFill>
                <a:schemeClr val="dk1"/>
              </a:solidFill>
              <a:effectLst/>
              <a:uFillTx/>
              <a:latin typeface="Calibri"/>
            </a:endParaRPr>
          </a:p>
        </p:txBody>
      </p:sp>
      <p:pic>
        <p:nvPicPr>
          <p:cNvPr id="2" name="Picture 1">
            <a:extLst>
              <a:ext uri="{FF2B5EF4-FFF2-40B4-BE49-F238E27FC236}">
                <a16:creationId xmlns:a16="http://schemas.microsoft.com/office/drawing/2014/main" id="{B5083CBF-46F9-DE76-327B-2738C1BA50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42888" y="1386408"/>
            <a:ext cx="4538472" cy="4538472"/>
          </a:xfrm>
          <a:prstGeom prst="rect">
            <a:avLst/>
          </a:prstGeom>
        </p:spPr>
      </p:pic>
      <p:sp>
        <p:nvSpPr>
          <p:cNvPr id="5" name="Rectangle 5">
            <a:extLst>
              <a:ext uri="{FF2B5EF4-FFF2-40B4-BE49-F238E27FC236}">
                <a16:creationId xmlns:a16="http://schemas.microsoft.com/office/drawing/2014/main" id="{08DFE12C-E5D3-11FC-DE2E-BAE0CA973978}"/>
              </a:ext>
            </a:extLst>
          </p:cNvPr>
          <p:cNvSpPr/>
          <p:nvPr/>
        </p:nvSpPr>
        <p:spPr>
          <a:xfrm rot="21043800">
            <a:off x="1467768" y="4841280"/>
            <a:ext cx="975024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GB" sz="3000" b="1" u="none" strike="noStrike" dirty="0">
                <a:solidFill>
                  <a:schemeClr val="lt1"/>
                </a:solidFill>
                <a:effectLst/>
                <a:highlight>
                  <a:srgbClr val="000000"/>
                </a:highlight>
                <a:uFillTx/>
                <a:latin typeface="Franklin Gothic Book"/>
              </a:rPr>
              <a:t>Risk of expensive shelf-ware</a:t>
            </a:r>
            <a:endParaRPr lang="en-US" sz="3000" b="0" u="none" strike="noStrike" dirty="0">
              <a:solidFill>
                <a:srgbClr val="000000"/>
              </a:solidFill>
              <a:effectLst/>
              <a:uFillTx/>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C2806C-FEDD-7813-3C43-C5F7CE89F0B6}"/>
              </a:ext>
            </a:extLst>
          </p:cNvPr>
          <p:cNvSpPr/>
          <p:nvPr/>
        </p:nvSpPr>
        <p:spPr>
          <a:xfrm>
            <a:off x="-73542" y="2006636"/>
            <a:ext cx="12339083" cy="923330"/>
          </a:xfrm>
          <a:prstGeom prst="rect">
            <a:avLst/>
          </a:prstGeom>
          <a:noFill/>
        </p:spPr>
        <p:txBody>
          <a:bodyPr wrap="none" lIns="91440" tIns="45720" rIns="91440" bIns="45720">
            <a:spAutoFit/>
          </a:bodyPr>
          <a:lstStyle/>
          <a:p>
            <a:pPr algn="ctr"/>
            <a:r>
              <a:rPr lang="en-US" sz="5400" b="0" cap="none" spc="0" dirty="0">
                <a:ln w="0"/>
                <a:solidFill>
                  <a:schemeClr val="tx1"/>
                </a:solidFill>
                <a:effectLst>
                  <a:outerShdw blurRad="38100" dist="19050" dir="2700000" algn="tl" rotWithShape="0">
                    <a:schemeClr val="dk1">
                      <a:alpha val="40000"/>
                    </a:schemeClr>
                  </a:outerShdw>
                </a:effectLst>
              </a:rPr>
              <a:t>Why not teach* an LLM and ask it for help?</a:t>
            </a:r>
          </a:p>
        </p:txBody>
      </p:sp>
      <p:sp>
        <p:nvSpPr>
          <p:cNvPr id="5" name="TextBox 4">
            <a:extLst>
              <a:ext uri="{FF2B5EF4-FFF2-40B4-BE49-F238E27FC236}">
                <a16:creationId xmlns:a16="http://schemas.microsoft.com/office/drawing/2014/main" id="{6B412244-411B-D979-E082-08D45A0BEC68}"/>
              </a:ext>
            </a:extLst>
          </p:cNvPr>
          <p:cNvSpPr txBox="1"/>
          <p:nvPr/>
        </p:nvSpPr>
        <p:spPr>
          <a:xfrm>
            <a:off x="7885253" y="4960281"/>
            <a:ext cx="6464460" cy="369332"/>
          </a:xfrm>
          <a:prstGeom prst="rect">
            <a:avLst/>
          </a:prstGeom>
          <a:noFill/>
        </p:spPr>
        <p:txBody>
          <a:bodyPr wrap="square">
            <a:spAutoFit/>
          </a:bodyPr>
          <a:lstStyle/>
          <a:p>
            <a:r>
              <a:rPr lang="en-US" i="1" dirty="0">
                <a:ln w="0"/>
              </a:rPr>
              <a:t>* </a:t>
            </a:r>
            <a:r>
              <a:rPr lang="en-US" sz="1800" b="0" i="1" cap="none" spc="0" dirty="0">
                <a:ln w="0"/>
                <a:effectLst/>
              </a:rPr>
              <a:t>Fine-tuning,  Prompt prefix, </a:t>
            </a:r>
            <a:r>
              <a:rPr lang="en-US" i="1" dirty="0">
                <a:ln w="0"/>
              </a:rPr>
              <a:t>RAG</a:t>
            </a:r>
            <a:endParaRPr lang="en-US" sz="1800" b="0" i="1" cap="none" spc="0" dirty="0">
              <a:ln w="0"/>
              <a:effectLst/>
            </a:endParaRPr>
          </a:p>
        </p:txBody>
      </p:sp>
    </p:spTree>
    <p:extLst>
      <p:ext uri="{BB962C8B-B14F-4D97-AF65-F5344CB8AC3E}">
        <p14:creationId xmlns:p14="http://schemas.microsoft.com/office/powerpoint/2010/main" val="30330019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0" name="Rectangle 102">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101" name="Freeform: Shape 104">
            <a:extLst>
              <a:ext uri="{C183D7F6-B498-43B3-948B-1728B52AA6E4}">
                <adec:decorative xmlns:adec="http://schemas.microsoft.com/office/drawing/2017/decorative" val="1"/>
              </a:ext>
            </a:extLst>
          </p:cNvPr>
          <p:cNvSpPr/>
          <p:nvPr/>
        </p:nvSpPr>
        <p:spPr>
          <a:xfrm>
            <a:off x="0" y="0"/>
            <a:ext cx="4455360" cy="6857640"/>
          </a:xfrm>
          <a:custGeom>
            <a:avLst/>
            <a:gdLst>
              <a:gd name="textAreaLeft" fmla="*/ 0 w 4455360"/>
              <a:gd name="textAreaRight" fmla="*/ 4455720 w 4455360"/>
              <a:gd name="textAreaTop" fmla="*/ 0 h 6857640"/>
              <a:gd name="textAreaBottom" fmla="*/ 6858000 h 6857640"/>
              <a:gd name="GluePoint1X" fmla="*/ 0 w 4455673"/>
              <a:gd name="GluePoint1Y" fmla="*/ 0 h 6858000"/>
              <a:gd name="GluePoint2X" fmla="*/ 3242695 w 4455673"/>
              <a:gd name="GluePoint2Y" fmla="*/ 0 h 6858000"/>
              <a:gd name="GluePoint3X" fmla="*/ 3305678 w 4455673"/>
              <a:gd name="GluePoint3Y" fmla="*/ 69271 h 6858000"/>
              <a:gd name="GluePoint4X" fmla="*/ 4455673 w 4455673"/>
              <a:gd name="GluePoint4Y" fmla="*/ 3429000 h 6858000"/>
              <a:gd name="GluePoint5X" fmla="*/ 3305678 w 4455673"/>
              <a:gd name="GluePoint5Y" fmla="*/ 6788730 h 6858000"/>
              <a:gd name="GluePoint6X" fmla="*/ 3242695 w 4455673"/>
              <a:gd name="GluePoint6Y" fmla="*/ 6858000 h 6858000"/>
              <a:gd name="GluePoint7X" fmla="*/ 0 w 4455673"/>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20" dist="3816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102" name="Freeform: Shape 106">
            <a:extLst>
              <a:ext uri="{C183D7F6-B498-43B3-948B-1728B52AA6E4}">
                <adec:decorative xmlns:adec="http://schemas.microsoft.com/office/drawing/2017/decorative" val="1"/>
              </a:ext>
            </a:extLst>
          </p:cNvPr>
          <p:cNvSpPr/>
          <p:nvPr/>
        </p:nvSpPr>
        <p:spPr>
          <a:xfrm>
            <a:off x="0" y="0"/>
            <a:ext cx="4446000" cy="6857640"/>
          </a:xfrm>
          <a:custGeom>
            <a:avLst/>
            <a:gdLst>
              <a:gd name="textAreaLeft" fmla="*/ 0 w 4446000"/>
              <a:gd name="textAreaRight" fmla="*/ 4446360 w 4446000"/>
              <a:gd name="textAreaTop" fmla="*/ 0 h 6857640"/>
              <a:gd name="textAreaBottom" fmla="*/ 6858000 h 6857640"/>
              <a:gd name="GluePoint1X" fmla="*/ 0 w 4446529"/>
              <a:gd name="GluePoint1Y" fmla="*/ 0 h 6858000"/>
              <a:gd name="GluePoint2X" fmla="*/ 3233551 w 4446529"/>
              <a:gd name="GluePoint2Y" fmla="*/ 0 h 6858000"/>
              <a:gd name="GluePoint3X" fmla="*/ 3296534 w 4446529"/>
              <a:gd name="GluePoint3Y" fmla="*/ 69271 h 6858000"/>
              <a:gd name="GluePoint4X" fmla="*/ 4446529 w 4446529"/>
              <a:gd name="GluePoint4Y" fmla="*/ 3429000 h 6858000"/>
              <a:gd name="GluePoint5X" fmla="*/ 3296534 w 4446529"/>
              <a:gd name="GluePoint5Y" fmla="*/ 6788730 h 6858000"/>
              <a:gd name="GluePoint6X" fmla="*/ 3233551 w 4446529"/>
              <a:gd name="GluePoint6Y" fmla="*/ 6858000 h 6858000"/>
              <a:gd name="GluePoint7X" fmla="*/ 0 w 4446529"/>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03" name="PlaceHolder 1"/>
          <p:cNvSpPr>
            <a:spLocks noGrp="1"/>
          </p:cNvSpPr>
          <p:nvPr>
            <p:ph type="title"/>
          </p:nvPr>
        </p:nvSpPr>
        <p:spPr>
          <a:xfrm>
            <a:off x="371160" y="1161360"/>
            <a:ext cx="3437640" cy="123876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2800" b="0" u="none" strike="noStrike">
                <a:solidFill>
                  <a:schemeClr val="dk1"/>
                </a:solidFill>
                <a:effectLst/>
                <a:uFillTx/>
                <a:latin typeface="Franklin Gothic Book"/>
              </a:rPr>
              <a:t>LLMs ≠ Domain Understanding</a:t>
            </a:r>
            <a:endParaRPr lang="en-US" sz="2800" b="0" u="none" strike="noStrike">
              <a:solidFill>
                <a:schemeClr val="dk1"/>
              </a:solidFill>
              <a:effectLst/>
              <a:uFillTx/>
              <a:latin typeface="Calibri"/>
            </a:endParaRPr>
          </a:p>
        </p:txBody>
      </p:sp>
      <p:sp>
        <p:nvSpPr>
          <p:cNvPr id="104" name="Rectangle 108">
            <a:extLst>
              <a:ext uri="{C183D7F6-B498-43B3-948B-1728B52AA6E4}">
                <adec:decorative xmlns:adec="http://schemas.microsoft.com/office/drawing/2017/decorative" val="1"/>
              </a:ext>
            </a:extLst>
          </p:cNvPr>
          <p:cNvSpPr/>
          <p:nvPr/>
        </p:nvSpPr>
        <p:spPr>
          <a:xfrm>
            <a:off x="0" y="1426680"/>
            <a:ext cx="127800" cy="653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105" name="Rectangle 110">
            <a:extLst>
              <a:ext uri="{C183D7F6-B498-43B3-948B-1728B52AA6E4}">
                <adec:decorative xmlns:adec="http://schemas.microsoft.com/office/drawing/2017/decorative" val="1"/>
              </a:ext>
            </a:extLst>
          </p:cNvPr>
          <p:cNvSpPr/>
          <p:nvPr/>
        </p:nvSpPr>
        <p:spPr>
          <a:xfrm>
            <a:off x="396000" y="2443320"/>
            <a:ext cx="3382920" cy="18000"/>
          </a:xfrm>
          <a:prstGeom prst="rect">
            <a:avLst/>
          </a:prstGeom>
          <a:solidFill>
            <a:srgbClr val="D5D5D5"/>
          </a:solidFill>
          <a:ln w="3175">
            <a:noFill/>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06" name="PlaceHolder 2"/>
          <p:cNvSpPr>
            <a:spLocks noGrp="1"/>
          </p:cNvSpPr>
          <p:nvPr>
            <p:ph/>
          </p:nvPr>
        </p:nvSpPr>
        <p:spPr>
          <a:xfrm>
            <a:off x="371160" y="2718000"/>
            <a:ext cx="3438720" cy="3206880"/>
          </a:xfrm>
          <a:prstGeom prst="rect">
            <a:avLst/>
          </a:prstGeom>
          <a:noFill/>
          <a:ln w="0">
            <a:noFill/>
          </a:ln>
        </p:spPr>
        <p:txBody>
          <a:bodyPr lIns="91440" tIns="45720" rIns="91440" bIns="45720" anchor="t">
            <a:normAutofit lnSpcReduction="9999"/>
          </a:bodyPr>
          <a:lstStyle/>
          <a:p>
            <a:pPr marL="384120" indent="-384120">
              <a:spcBef>
                <a:spcPts val="1001"/>
              </a:spcBef>
              <a:spcAft>
                <a:spcPts val="201"/>
              </a:spcAft>
              <a:buClr>
                <a:srgbClr val="191B0E"/>
              </a:buClr>
              <a:buFont typeface="Franklin Gothic Book"/>
              <a:buChar char="■"/>
            </a:pPr>
            <a:r>
              <a:rPr lang="en-GB" sz="1700" dirty="0">
                <a:solidFill>
                  <a:schemeClr val="dk1"/>
                </a:solidFill>
                <a:latin typeface="Calibri"/>
              </a:rPr>
              <a:t>Words, not structure</a:t>
            </a:r>
          </a:p>
          <a:p>
            <a:pPr marL="384120" indent="-384120">
              <a:spcBef>
                <a:spcPts val="1001"/>
              </a:spcBef>
              <a:spcAft>
                <a:spcPts val="201"/>
              </a:spcAft>
              <a:buClr>
                <a:srgbClr val="191B0E"/>
              </a:buClr>
              <a:buFont typeface="Franklin Gothic Book"/>
              <a:buChar char="■"/>
            </a:pPr>
            <a:r>
              <a:rPr lang="en-GB" sz="1700" dirty="0">
                <a:solidFill>
                  <a:schemeClr val="dk1"/>
                </a:solidFill>
                <a:latin typeface="Calibri"/>
              </a:rPr>
              <a:t>Confuses relationships</a:t>
            </a:r>
          </a:p>
          <a:p>
            <a:pPr marL="384120" indent="-384120">
              <a:spcBef>
                <a:spcPts val="1001"/>
              </a:spcBef>
              <a:spcAft>
                <a:spcPts val="201"/>
              </a:spcAft>
              <a:buClr>
                <a:srgbClr val="191B0E"/>
              </a:buClr>
              <a:buFont typeface="Franklin Gothic Book"/>
              <a:buChar char="■"/>
            </a:pPr>
            <a:r>
              <a:rPr lang="en-GB" sz="1700" dirty="0">
                <a:solidFill>
                  <a:schemeClr val="dk1"/>
                </a:solidFill>
                <a:latin typeface="Calibri"/>
              </a:rPr>
              <a:t>No rule awareness</a:t>
            </a:r>
          </a:p>
          <a:p>
            <a:pPr marL="384120" indent="-384120">
              <a:spcBef>
                <a:spcPts val="1001"/>
              </a:spcBef>
              <a:spcAft>
                <a:spcPts val="201"/>
              </a:spcAft>
              <a:buClr>
                <a:srgbClr val="191B0E"/>
              </a:buClr>
              <a:buFont typeface="Franklin Gothic Book"/>
              <a:buChar char="■"/>
            </a:pPr>
            <a:r>
              <a:rPr lang="en-GB" sz="1700" dirty="0">
                <a:solidFill>
                  <a:schemeClr val="dk1"/>
                </a:solidFill>
                <a:latin typeface="Calibri"/>
              </a:rPr>
              <a:t>Sounds right, acts wrong</a:t>
            </a:r>
            <a:endParaRPr lang="en-US" sz="1700" dirty="0">
              <a:solidFill>
                <a:schemeClr val="dk1"/>
              </a:solidFill>
              <a:latin typeface="Calibri"/>
            </a:endParaRPr>
          </a:p>
        </p:txBody>
      </p:sp>
      <p:pic>
        <p:nvPicPr>
          <p:cNvPr id="107" name="Picture 4"/>
          <p:cNvPicPr/>
          <p:nvPr/>
        </p:nvPicPr>
        <p:blipFill>
          <a:blip r:embed="rId3"/>
          <a:stretch/>
        </p:blipFill>
        <p:spPr>
          <a:xfrm>
            <a:off x="4901040" y="1168920"/>
            <a:ext cx="6921720" cy="4620240"/>
          </a:xfrm>
          <a:prstGeom prst="rect">
            <a:avLst/>
          </a:prstGeom>
          <a:noFill/>
          <a:ln w="0">
            <a:noFill/>
          </a:ln>
        </p:spPr>
      </p:pic>
      <p:sp>
        <p:nvSpPr>
          <p:cNvPr id="109" name="Rectangle 5"/>
          <p:cNvSpPr/>
          <p:nvPr/>
        </p:nvSpPr>
        <p:spPr>
          <a:xfrm rot="21043800">
            <a:off x="874440" y="3394440"/>
            <a:ext cx="975024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GB" sz="3000" b="1" u="none" strike="noStrike" dirty="0">
                <a:solidFill>
                  <a:schemeClr val="lt1"/>
                </a:solidFill>
                <a:effectLst/>
                <a:highlight>
                  <a:srgbClr val="000000"/>
                </a:highlight>
                <a:uFillTx/>
                <a:latin typeface="Franklin Gothic Book"/>
              </a:rPr>
              <a:t>“LLMs can talk, but they don’t understand the domain.”</a:t>
            </a:r>
            <a:endParaRPr lang="en-US" sz="3000" b="0" u="none" strike="noStrike" dirty="0">
              <a:solidFill>
                <a:srgbClr val="000000"/>
              </a:solidFill>
              <a:effectLst/>
              <a:uFillTx/>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6" name="Rectangle 107">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117" name="Freeform: Shape 109">
            <a:extLst>
              <a:ext uri="{C183D7F6-B498-43B3-948B-1728B52AA6E4}">
                <adec:decorative xmlns:adec="http://schemas.microsoft.com/office/drawing/2017/decorative" val="1"/>
              </a:ext>
            </a:extLst>
          </p:cNvPr>
          <p:cNvSpPr/>
          <p:nvPr/>
        </p:nvSpPr>
        <p:spPr>
          <a:xfrm>
            <a:off x="0" y="0"/>
            <a:ext cx="4455360" cy="6857640"/>
          </a:xfrm>
          <a:custGeom>
            <a:avLst/>
            <a:gdLst>
              <a:gd name="textAreaLeft" fmla="*/ 0 w 4455360"/>
              <a:gd name="textAreaRight" fmla="*/ 4455720 w 4455360"/>
              <a:gd name="textAreaTop" fmla="*/ 0 h 6857640"/>
              <a:gd name="textAreaBottom" fmla="*/ 6858000 h 6857640"/>
              <a:gd name="GluePoint1X" fmla="*/ 0 w 4455673"/>
              <a:gd name="GluePoint1Y" fmla="*/ 0 h 6858000"/>
              <a:gd name="GluePoint2X" fmla="*/ 3242695 w 4455673"/>
              <a:gd name="GluePoint2Y" fmla="*/ 0 h 6858000"/>
              <a:gd name="GluePoint3X" fmla="*/ 3305678 w 4455673"/>
              <a:gd name="GluePoint3Y" fmla="*/ 69271 h 6858000"/>
              <a:gd name="GluePoint4X" fmla="*/ 4455673 w 4455673"/>
              <a:gd name="GluePoint4Y" fmla="*/ 3429000 h 6858000"/>
              <a:gd name="GluePoint5X" fmla="*/ 3305678 w 4455673"/>
              <a:gd name="GluePoint5Y" fmla="*/ 6788730 h 6858000"/>
              <a:gd name="GluePoint6X" fmla="*/ 3242695 w 4455673"/>
              <a:gd name="GluePoint6Y" fmla="*/ 6858000 h 6858000"/>
              <a:gd name="GluePoint7X" fmla="*/ 0 w 4455673"/>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20" dist="3816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118" name="Freeform: Shape 111">
            <a:extLst>
              <a:ext uri="{C183D7F6-B498-43B3-948B-1728B52AA6E4}">
                <adec:decorative xmlns:adec="http://schemas.microsoft.com/office/drawing/2017/decorative" val="1"/>
              </a:ext>
            </a:extLst>
          </p:cNvPr>
          <p:cNvSpPr/>
          <p:nvPr/>
        </p:nvSpPr>
        <p:spPr>
          <a:xfrm>
            <a:off x="0" y="0"/>
            <a:ext cx="4446000" cy="6857640"/>
          </a:xfrm>
          <a:custGeom>
            <a:avLst/>
            <a:gdLst>
              <a:gd name="textAreaLeft" fmla="*/ 0 w 4446000"/>
              <a:gd name="textAreaRight" fmla="*/ 4446360 w 4446000"/>
              <a:gd name="textAreaTop" fmla="*/ 0 h 6857640"/>
              <a:gd name="textAreaBottom" fmla="*/ 6858000 h 6857640"/>
              <a:gd name="GluePoint1X" fmla="*/ 0 w 4446529"/>
              <a:gd name="GluePoint1Y" fmla="*/ 0 h 6858000"/>
              <a:gd name="GluePoint2X" fmla="*/ 3233551 w 4446529"/>
              <a:gd name="GluePoint2Y" fmla="*/ 0 h 6858000"/>
              <a:gd name="GluePoint3X" fmla="*/ 3296534 w 4446529"/>
              <a:gd name="GluePoint3Y" fmla="*/ 69271 h 6858000"/>
              <a:gd name="GluePoint4X" fmla="*/ 4446529 w 4446529"/>
              <a:gd name="GluePoint4Y" fmla="*/ 3429000 h 6858000"/>
              <a:gd name="GluePoint5X" fmla="*/ 3296534 w 4446529"/>
              <a:gd name="GluePoint5Y" fmla="*/ 6788730 h 6858000"/>
              <a:gd name="GluePoint6X" fmla="*/ 3233551 w 4446529"/>
              <a:gd name="GluePoint6Y" fmla="*/ 6858000 h 6858000"/>
              <a:gd name="GluePoint7X" fmla="*/ 0 w 4446529"/>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19" name="PlaceHolder 1"/>
          <p:cNvSpPr>
            <a:spLocks noGrp="1"/>
          </p:cNvSpPr>
          <p:nvPr>
            <p:ph type="title"/>
          </p:nvPr>
        </p:nvSpPr>
        <p:spPr>
          <a:xfrm>
            <a:off x="371160" y="1161360"/>
            <a:ext cx="3437640" cy="123876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2600" b="0" u="none" strike="noStrike">
                <a:solidFill>
                  <a:schemeClr val="dk1"/>
                </a:solidFill>
                <a:effectLst/>
                <a:uFillTx/>
                <a:latin typeface="Franklin Gothic Book"/>
              </a:rPr>
              <a:t>Best of both worlds – Separation of concerns</a:t>
            </a:r>
            <a:endParaRPr lang="en-US" sz="2600" b="0" u="none" strike="noStrike">
              <a:solidFill>
                <a:schemeClr val="dk1"/>
              </a:solidFill>
              <a:effectLst/>
              <a:uFillTx/>
              <a:latin typeface="Calibri"/>
            </a:endParaRPr>
          </a:p>
        </p:txBody>
      </p:sp>
      <p:sp>
        <p:nvSpPr>
          <p:cNvPr id="120" name="Rectangle 113">
            <a:extLst>
              <a:ext uri="{C183D7F6-B498-43B3-948B-1728B52AA6E4}">
                <adec:decorative xmlns:adec="http://schemas.microsoft.com/office/drawing/2017/decorative" val="1"/>
              </a:ext>
            </a:extLst>
          </p:cNvPr>
          <p:cNvSpPr/>
          <p:nvPr/>
        </p:nvSpPr>
        <p:spPr>
          <a:xfrm>
            <a:off x="0" y="1426680"/>
            <a:ext cx="127800" cy="653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121" name="Rectangle 115">
            <a:extLst>
              <a:ext uri="{C183D7F6-B498-43B3-948B-1728B52AA6E4}">
                <adec:decorative xmlns:adec="http://schemas.microsoft.com/office/drawing/2017/decorative" val="1"/>
              </a:ext>
            </a:extLst>
          </p:cNvPr>
          <p:cNvSpPr/>
          <p:nvPr/>
        </p:nvSpPr>
        <p:spPr>
          <a:xfrm>
            <a:off x="396000" y="2443320"/>
            <a:ext cx="3382920" cy="18000"/>
          </a:xfrm>
          <a:prstGeom prst="rect">
            <a:avLst/>
          </a:prstGeom>
          <a:solidFill>
            <a:srgbClr val="D5D5D5"/>
          </a:solidFill>
          <a:ln w="3175">
            <a:noFill/>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22" name="PlaceHolder 2"/>
          <p:cNvSpPr>
            <a:spLocks noGrp="1"/>
          </p:cNvSpPr>
          <p:nvPr>
            <p:ph/>
          </p:nvPr>
        </p:nvSpPr>
        <p:spPr>
          <a:xfrm>
            <a:off x="371160" y="2718000"/>
            <a:ext cx="3438720" cy="3206880"/>
          </a:xfrm>
          <a:prstGeom prst="rect">
            <a:avLst/>
          </a:prstGeom>
          <a:noFill/>
          <a:ln w="0">
            <a:noFill/>
          </a:ln>
        </p:spPr>
        <p:txBody>
          <a:bodyPr lIns="91440" tIns="45720" rIns="91440" bIns="45720" anchor="t">
            <a:normAutofit/>
          </a:bodyPr>
          <a:lstStyle/>
          <a:p>
            <a:pPr marL="384120" indent="-384120" defTabSz="914400">
              <a:lnSpc>
                <a:spcPct val="90000"/>
              </a:lnSpc>
              <a:spcBef>
                <a:spcPts val="1001"/>
              </a:spcBef>
              <a:spcAft>
                <a:spcPts val="201"/>
              </a:spcAft>
              <a:buClr>
                <a:srgbClr val="191B0E"/>
              </a:buClr>
              <a:buFont typeface="Franklin Gothic Book"/>
              <a:buChar char="■"/>
            </a:pPr>
            <a:r>
              <a:rPr lang="en-GB" sz="1400" b="0" u="none" strike="noStrike">
                <a:solidFill>
                  <a:schemeClr val="dk1"/>
                </a:solidFill>
                <a:effectLst/>
                <a:uFillTx/>
                <a:latin typeface="Franklin Gothic Book"/>
              </a:rPr>
              <a:t>LLMs offer accessibility — natural, flexible, easy for anyone to use</a:t>
            </a:r>
            <a:endParaRPr lang="en-US" sz="1400" b="0" u="none" strike="noStrike">
              <a:solidFill>
                <a:schemeClr val="dk1"/>
              </a:solidFill>
              <a:effectLst/>
              <a:uFillTx/>
              <a:latin typeface="Calibri"/>
            </a:endParaRPr>
          </a:p>
          <a:p>
            <a:pPr marL="384120" indent="-384120" defTabSz="914400">
              <a:lnSpc>
                <a:spcPct val="90000"/>
              </a:lnSpc>
              <a:spcBef>
                <a:spcPts val="1001"/>
              </a:spcBef>
              <a:spcAft>
                <a:spcPts val="201"/>
              </a:spcAft>
              <a:buClr>
                <a:srgbClr val="191B0E"/>
              </a:buClr>
              <a:buFont typeface="Franklin Gothic Book"/>
              <a:buChar char="■"/>
            </a:pPr>
            <a:r>
              <a:rPr lang="en-GB" sz="1400" b="0" u="none" strike="noStrike">
                <a:solidFill>
                  <a:schemeClr val="dk1"/>
                </a:solidFill>
                <a:effectLst/>
                <a:uFillTx/>
                <a:latin typeface="Franklin Gothic Book"/>
              </a:rPr>
              <a:t>DSLs offer reliability — structured, validated, rule-bound</a:t>
            </a:r>
            <a:endParaRPr lang="en-US" sz="1400" b="0" u="none" strike="noStrike">
              <a:solidFill>
                <a:schemeClr val="dk1"/>
              </a:solidFill>
              <a:effectLst/>
              <a:uFillTx/>
              <a:latin typeface="Calibri"/>
            </a:endParaRPr>
          </a:p>
          <a:p>
            <a:pPr marL="384120" indent="-384120" defTabSz="914400">
              <a:lnSpc>
                <a:spcPct val="90000"/>
              </a:lnSpc>
              <a:spcBef>
                <a:spcPts val="1001"/>
              </a:spcBef>
              <a:spcAft>
                <a:spcPts val="201"/>
              </a:spcAft>
              <a:buClr>
                <a:srgbClr val="191B0E"/>
              </a:buClr>
              <a:buFont typeface="Franklin Gothic Book"/>
              <a:buChar char="■"/>
            </a:pPr>
            <a:r>
              <a:rPr lang="en-GB" sz="1400" b="0" u="none" strike="noStrike">
                <a:solidFill>
                  <a:schemeClr val="dk1"/>
                </a:solidFill>
                <a:effectLst/>
                <a:uFillTx/>
                <a:latin typeface="Franklin Gothic Book"/>
              </a:rPr>
              <a:t>What if each did what it’s best at?</a:t>
            </a:r>
            <a:endParaRPr lang="en-US" sz="1400" b="0" u="none" strike="noStrike">
              <a:solidFill>
                <a:schemeClr val="dk1"/>
              </a:solidFill>
              <a:effectLst/>
              <a:uFillTx/>
              <a:latin typeface="Calibri"/>
            </a:endParaRPr>
          </a:p>
          <a:p>
            <a:pPr marL="384120" indent="-384120" defTabSz="914400">
              <a:lnSpc>
                <a:spcPct val="90000"/>
              </a:lnSpc>
              <a:spcBef>
                <a:spcPts val="1001"/>
              </a:spcBef>
              <a:spcAft>
                <a:spcPts val="201"/>
              </a:spcAft>
              <a:buClr>
                <a:srgbClr val="191B0E"/>
              </a:buClr>
              <a:buFont typeface="Franklin Gothic Book"/>
              <a:buChar char="■"/>
            </a:pPr>
            <a:r>
              <a:rPr lang="en-GB" sz="1400" b="0" u="none" strike="noStrike">
                <a:solidFill>
                  <a:schemeClr val="dk1"/>
                </a:solidFill>
                <a:effectLst/>
                <a:uFillTx/>
                <a:latin typeface="Franklin Gothic Book"/>
              </a:rPr>
              <a:t>LLMs understand intent → DSLs ensure correct execution</a:t>
            </a:r>
            <a:endParaRPr lang="en-US" sz="1400" b="0" u="none" strike="noStrike">
              <a:solidFill>
                <a:schemeClr val="dk1"/>
              </a:solidFill>
              <a:effectLst/>
              <a:uFillTx/>
              <a:latin typeface="Calibri"/>
            </a:endParaRPr>
          </a:p>
          <a:p>
            <a:pPr marL="384120" indent="-384120" defTabSz="914400">
              <a:lnSpc>
                <a:spcPct val="90000"/>
              </a:lnSpc>
              <a:spcBef>
                <a:spcPts val="1001"/>
              </a:spcBef>
              <a:spcAft>
                <a:spcPts val="201"/>
              </a:spcAft>
              <a:buClr>
                <a:srgbClr val="191B0E"/>
              </a:buClr>
              <a:buFont typeface="Franklin Gothic Book"/>
              <a:buChar char="■"/>
            </a:pPr>
            <a:r>
              <a:rPr lang="en-GB" sz="1400" b="0" u="none" strike="noStrike">
                <a:solidFill>
                  <a:schemeClr val="dk1"/>
                </a:solidFill>
                <a:effectLst/>
                <a:uFillTx/>
                <a:latin typeface="Franklin Gothic Book"/>
              </a:rPr>
              <a:t>Together: Conversational DSLs — natural input with guaranteed validity</a:t>
            </a:r>
            <a:endParaRPr lang="en-US" sz="1400" b="0" u="none" strike="noStrike">
              <a:solidFill>
                <a:schemeClr val="dk1"/>
              </a:solidFill>
              <a:effectLst/>
              <a:uFillTx/>
              <a:latin typeface="Calibri"/>
            </a:endParaRPr>
          </a:p>
        </p:txBody>
      </p:sp>
      <p:pic>
        <p:nvPicPr>
          <p:cNvPr id="123" name="Picture 4"/>
          <p:cNvPicPr/>
          <p:nvPr/>
        </p:nvPicPr>
        <p:blipFill>
          <a:blip r:embed="rId3"/>
          <a:stretch/>
        </p:blipFill>
        <p:spPr>
          <a:xfrm>
            <a:off x="4901040" y="1168920"/>
            <a:ext cx="6921720" cy="4620240"/>
          </a:xfrm>
          <a:prstGeom prst="rect">
            <a:avLst/>
          </a:prstGeom>
          <a:noFill/>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4" name="Rectangle 110">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125" name="Freeform: Shape 112">
            <a:extLst>
              <a:ext uri="{C183D7F6-B498-43B3-948B-1728B52AA6E4}">
                <adec:decorative xmlns:adec="http://schemas.microsoft.com/office/drawing/2017/decorative" val="1"/>
              </a:ext>
            </a:extLst>
          </p:cNvPr>
          <p:cNvSpPr/>
          <p:nvPr/>
        </p:nvSpPr>
        <p:spPr>
          <a:xfrm>
            <a:off x="0" y="0"/>
            <a:ext cx="4455360" cy="6857640"/>
          </a:xfrm>
          <a:custGeom>
            <a:avLst/>
            <a:gdLst>
              <a:gd name="textAreaLeft" fmla="*/ 0 w 4455360"/>
              <a:gd name="textAreaRight" fmla="*/ 4455720 w 4455360"/>
              <a:gd name="textAreaTop" fmla="*/ 0 h 6857640"/>
              <a:gd name="textAreaBottom" fmla="*/ 6858000 h 6857640"/>
              <a:gd name="GluePoint1X" fmla="*/ 0 w 4455673"/>
              <a:gd name="GluePoint1Y" fmla="*/ 0 h 6858000"/>
              <a:gd name="GluePoint2X" fmla="*/ 3242695 w 4455673"/>
              <a:gd name="GluePoint2Y" fmla="*/ 0 h 6858000"/>
              <a:gd name="GluePoint3X" fmla="*/ 3305678 w 4455673"/>
              <a:gd name="GluePoint3Y" fmla="*/ 69271 h 6858000"/>
              <a:gd name="GluePoint4X" fmla="*/ 4455673 w 4455673"/>
              <a:gd name="GluePoint4Y" fmla="*/ 3429000 h 6858000"/>
              <a:gd name="GluePoint5X" fmla="*/ 3305678 w 4455673"/>
              <a:gd name="GluePoint5Y" fmla="*/ 6788730 h 6858000"/>
              <a:gd name="GluePoint6X" fmla="*/ 3242695 w 4455673"/>
              <a:gd name="GluePoint6Y" fmla="*/ 6858000 h 6858000"/>
              <a:gd name="GluePoint7X" fmla="*/ 0 w 4455673"/>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20" dist="3816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126" name="Freeform: Shape 114">
            <a:extLst>
              <a:ext uri="{C183D7F6-B498-43B3-948B-1728B52AA6E4}">
                <adec:decorative xmlns:adec="http://schemas.microsoft.com/office/drawing/2017/decorative" val="1"/>
              </a:ext>
            </a:extLst>
          </p:cNvPr>
          <p:cNvSpPr/>
          <p:nvPr/>
        </p:nvSpPr>
        <p:spPr>
          <a:xfrm>
            <a:off x="0" y="0"/>
            <a:ext cx="4446000" cy="6857640"/>
          </a:xfrm>
          <a:custGeom>
            <a:avLst/>
            <a:gdLst>
              <a:gd name="textAreaLeft" fmla="*/ 0 w 4446000"/>
              <a:gd name="textAreaRight" fmla="*/ 4446360 w 4446000"/>
              <a:gd name="textAreaTop" fmla="*/ 0 h 6857640"/>
              <a:gd name="textAreaBottom" fmla="*/ 6858000 h 6857640"/>
              <a:gd name="GluePoint1X" fmla="*/ 0 w 4446529"/>
              <a:gd name="GluePoint1Y" fmla="*/ 0 h 6858000"/>
              <a:gd name="GluePoint2X" fmla="*/ 3233551 w 4446529"/>
              <a:gd name="GluePoint2Y" fmla="*/ 0 h 6858000"/>
              <a:gd name="GluePoint3X" fmla="*/ 3296534 w 4446529"/>
              <a:gd name="GluePoint3Y" fmla="*/ 69271 h 6858000"/>
              <a:gd name="GluePoint4X" fmla="*/ 4446529 w 4446529"/>
              <a:gd name="GluePoint4Y" fmla="*/ 3429000 h 6858000"/>
              <a:gd name="GluePoint5X" fmla="*/ 3296534 w 4446529"/>
              <a:gd name="GluePoint5Y" fmla="*/ 6788730 h 6858000"/>
              <a:gd name="GluePoint6X" fmla="*/ 3233551 w 4446529"/>
              <a:gd name="GluePoint6Y" fmla="*/ 6858000 h 6858000"/>
              <a:gd name="GluePoint7X" fmla="*/ 0 w 4446529"/>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27" name="PlaceHolder 1"/>
          <p:cNvSpPr>
            <a:spLocks noGrp="1"/>
          </p:cNvSpPr>
          <p:nvPr>
            <p:ph type="title"/>
          </p:nvPr>
        </p:nvSpPr>
        <p:spPr>
          <a:xfrm>
            <a:off x="371160" y="1161360"/>
            <a:ext cx="3437640" cy="1238760"/>
          </a:xfrm>
          <a:prstGeom prst="rect">
            <a:avLst/>
          </a:prstGeom>
          <a:noFill/>
          <a:ln w="0">
            <a:noFill/>
          </a:ln>
        </p:spPr>
        <p:txBody>
          <a:bodyPr lIns="91440" tIns="45720" rIns="91440" bIns="45720" anchor="ctr">
            <a:normAutofit fontScale="92500"/>
          </a:bodyPr>
          <a:lstStyle/>
          <a:p>
            <a:pPr indent="0" defTabSz="914400">
              <a:lnSpc>
                <a:spcPct val="90000"/>
              </a:lnSpc>
              <a:buNone/>
              <a:tabLst>
                <a:tab pos="0" algn="l"/>
              </a:tabLst>
            </a:pPr>
            <a:r>
              <a:rPr lang="en-US" sz="2400" b="0" u="none" strike="noStrike">
                <a:solidFill>
                  <a:schemeClr val="dk1"/>
                </a:solidFill>
                <a:effectLst/>
                <a:uFillTx/>
                <a:latin typeface="Franklin Gothic Book"/>
              </a:rPr>
              <a:t>Demo (first part - to show how the envisioned system could look like)</a:t>
            </a:r>
            <a:endParaRPr lang="en-US" sz="2400" b="0" u="none" strike="noStrike">
              <a:solidFill>
                <a:schemeClr val="dk1"/>
              </a:solidFill>
              <a:effectLst/>
              <a:uFillTx/>
              <a:latin typeface="Calibri"/>
            </a:endParaRPr>
          </a:p>
        </p:txBody>
      </p:sp>
      <p:sp>
        <p:nvSpPr>
          <p:cNvPr id="128" name="Rectangle 116">
            <a:extLst>
              <a:ext uri="{C183D7F6-B498-43B3-948B-1728B52AA6E4}">
                <adec:decorative xmlns:adec="http://schemas.microsoft.com/office/drawing/2017/decorative" val="1"/>
              </a:ext>
            </a:extLst>
          </p:cNvPr>
          <p:cNvSpPr/>
          <p:nvPr/>
        </p:nvSpPr>
        <p:spPr>
          <a:xfrm>
            <a:off x="0" y="1426680"/>
            <a:ext cx="127800" cy="653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129" name="Rectangle 118">
            <a:extLst>
              <a:ext uri="{C183D7F6-B498-43B3-948B-1728B52AA6E4}">
                <adec:decorative xmlns:adec="http://schemas.microsoft.com/office/drawing/2017/decorative" val="1"/>
              </a:ext>
            </a:extLst>
          </p:cNvPr>
          <p:cNvSpPr/>
          <p:nvPr/>
        </p:nvSpPr>
        <p:spPr>
          <a:xfrm>
            <a:off x="396000" y="2443320"/>
            <a:ext cx="3382920" cy="18000"/>
          </a:xfrm>
          <a:prstGeom prst="rect">
            <a:avLst/>
          </a:prstGeom>
          <a:solidFill>
            <a:srgbClr val="D5D5D5"/>
          </a:solidFill>
          <a:ln w="3175">
            <a:noFill/>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30" name="PlaceHolder 2"/>
          <p:cNvSpPr>
            <a:spLocks noGrp="1"/>
          </p:cNvSpPr>
          <p:nvPr>
            <p:ph/>
          </p:nvPr>
        </p:nvSpPr>
        <p:spPr>
          <a:xfrm>
            <a:off x="371160" y="2718000"/>
            <a:ext cx="3438720" cy="3206880"/>
          </a:xfrm>
          <a:prstGeom prst="rect">
            <a:avLst/>
          </a:prstGeom>
          <a:noFill/>
          <a:ln w="0">
            <a:noFill/>
          </a:ln>
        </p:spPr>
        <p:txBody>
          <a:bodyPr lIns="91440" tIns="45720" rIns="91440" bIns="45720" anchor="t">
            <a:normAutofit/>
          </a:bodyPr>
          <a:lstStyle/>
          <a:p>
            <a:pPr marL="384120" indent="-384120" defTabSz="914400">
              <a:lnSpc>
                <a:spcPct val="90000"/>
              </a:lnSpc>
              <a:spcBef>
                <a:spcPts val="1001"/>
              </a:spcBef>
              <a:spcAft>
                <a:spcPts val="201"/>
              </a:spcAft>
              <a:buClr>
                <a:srgbClr val="191B0E"/>
              </a:buClr>
              <a:buFont typeface="Franklin Gothic Book"/>
              <a:buChar char="■"/>
            </a:pPr>
            <a:r>
              <a:rPr lang="en-US" sz="1400" b="0" u="none" strike="noStrike">
                <a:solidFill>
                  <a:schemeClr val="dk1"/>
                </a:solidFill>
                <a:effectLst/>
                <a:uFillTx/>
                <a:latin typeface="Franklin Gothic Book"/>
              </a:rPr>
              <a:t>Making the point “If we could use natural language to interact with the underlying model, this is what it would look like”.</a:t>
            </a:r>
            <a:endParaRPr lang="en-US" sz="1400" b="0" u="none" strike="noStrike">
              <a:solidFill>
                <a:schemeClr val="dk1"/>
              </a:solidFill>
              <a:effectLst/>
              <a:uFillTx/>
              <a:latin typeface="Calibri"/>
            </a:endParaRPr>
          </a:p>
          <a:p>
            <a:pPr marL="384120" indent="-384120" defTabSz="914400">
              <a:lnSpc>
                <a:spcPct val="90000"/>
              </a:lnSpc>
              <a:spcBef>
                <a:spcPts val="1001"/>
              </a:spcBef>
              <a:spcAft>
                <a:spcPts val="201"/>
              </a:spcAft>
              <a:buClr>
                <a:srgbClr val="191B0E"/>
              </a:buClr>
              <a:buFont typeface="Franklin Gothic Book"/>
              <a:buChar char="■"/>
            </a:pPr>
            <a:r>
              <a:rPr lang="en-US" sz="1400" b="0" u="none" strike="noStrike">
                <a:solidFill>
                  <a:schemeClr val="dk1"/>
                </a:solidFill>
                <a:effectLst/>
                <a:uFillTx/>
                <a:latin typeface="Franklin Gothic Book"/>
              </a:rPr>
              <a:t>Show how an input like this results in model change</a:t>
            </a:r>
            <a:endParaRPr lang="en-US" sz="1400" b="0" u="none" strike="noStrike">
              <a:solidFill>
                <a:schemeClr val="dk1"/>
              </a:solidFill>
              <a:effectLst/>
              <a:uFillTx/>
              <a:latin typeface="Calibri"/>
            </a:endParaRPr>
          </a:p>
          <a:p>
            <a:pPr marL="228600" indent="0" defTabSz="914400">
              <a:lnSpc>
                <a:spcPct val="90000"/>
              </a:lnSpc>
              <a:spcBef>
                <a:spcPts val="1001"/>
              </a:spcBef>
              <a:spcAft>
                <a:spcPts val="201"/>
              </a:spcAft>
              <a:buNone/>
              <a:tabLst>
                <a:tab pos="0" algn="l"/>
              </a:tabLst>
            </a:pPr>
            <a:r>
              <a:rPr lang="en-US" sz="1400" b="0" u="none" strike="noStrike">
                <a:solidFill>
                  <a:schemeClr val="dk1"/>
                </a:solidFill>
                <a:effectLst/>
                <a:uFillTx/>
                <a:latin typeface="Franklin Gothic Book"/>
              </a:rPr>
              <a:t>““</a:t>
            </a:r>
            <a:r>
              <a:rPr lang="en-GB" sz="1400" b="0" u="none" strike="noStrike">
                <a:solidFill>
                  <a:schemeClr val="dk1"/>
                </a:solidFill>
                <a:effectLst/>
                <a:uFillTx/>
                <a:latin typeface="Franklin Gothic Book"/>
              </a:rPr>
              <a:t>Let's set up the cycling team for next season. Create a rider named Erkan Dikan from Turkey aged 23. Create another rider Priya from Germany. Also create Team SkyIN from India with a budget of 20 million founded in 2010.”</a:t>
            </a:r>
            <a:endParaRPr lang="en-US" sz="1400" b="0" u="none" strike="noStrike">
              <a:solidFill>
                <a:schemeClr val="dk1"/>
              </a:solidFill>
              <a:effectLst/>
              <a:uFillTx/>
              <a:latin typeface="Calibri"/>
            </a:endParaRPr>
          </a:p>
          <a:p>
            <a:pPr marL="228600" indent="0" defTabSz="914400">
              <a:lnSpc>
                <a:spcPct val="90000"/>
              </a:lnSpc>
              <a:spcBef>
                <a:spcPts val="499"/>
              </a:spcBef>
              <a:spcAft>
                <a:spcPts val="201"/>
              </a:spcAft>
              <a:buNone/>
              <a:tabLst>
                <a:tab pos="0" algn="l"/>
              </a:tabLst>
            </a:pPr>
            <a:endParaRPr lang="en-US" sz="1400" b="0" u="none" strike="noStrike">
              <a:solidFill>
                <a:schemeClr val="dk1"/>
              </a:solidFill>
              <a:effectLst/>
              <a:uFillTx/>
              <a:latin typeface="Calibri"/>
            </a:endParaRPr>
          </a:p>
        </p:txBody>
      </p:sp>
      <p:pic>
        <p:nvPicPr>
          <p:cNvPr id="131" name="Picture 4"/>
          <p:cNvPicPr/>
          <p:nvPr/>
        </p:nvPicPr>
        <p:blipFill>
          <a:blip r:embed="rId3"/>
          <a:stretch/>
        </p:blipFill>
        <p:spPr>
          <a:xfrm>
            <a:off x="4901040" y="1757520"/>
            <a:ext cx="6921720" cy="3443400"/>
          </a:xfrm>
          <a:prstGeom prst="rect">
            <a:avLst/>
          </a:prstGeom>
          <a:noFill/>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2" name="Rectangle 113">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133" name="Freeform: Shape 115">
            <a:extLst>
              <a:ext uri="{C183D7F6-B498-43B3-948B-1728B52AA6E4}">
                <adec:decorative xmlns:adec="http://schemas.microsoft.com/office/drawing/2017/decorative" val="1"/>
              </a:ext>
            </a:extLst>
          </p:cNvPr>
          <p:cNvSpPr/>
          <p:nvPr/>
        </p:nvSpPr>
        <p:spPr>
          <a:xfrm>
            <a:off x="0" y="0"/>
            <a:ext cx="4455360" cy="6857640"/>
          </a:xfrm>
          <a:custGeom>
            <a:avLst/>
            <a:gdLst>
              <a:gd name="textAreaLeft" fmla="*/ 0 w 4455360"/>
              <a:gd name="textAreaRight" fmla="*/ 4455720 w 4455360"/>
              <a:gd name="textAreaTop" fmla="*/ 0 h 6857640"/>
              <a:gd name="textAreaBottom" fmla="*/ 6858000 h 6857640"/>
              <a:gd name="GluePoint1X" fmla="*/ 0 w 4455673"/>
              <a:gd name="GluePoint1Y" fmla="*/ 0 h 6858000"/>
              <a:gd name="GluePoint2X" fmla="*/ 3242695 w 4455673"/>
              <a:gd name="GluePoint2Y" fmla="*/ 0 h 6858000"/>
              <a:gd name="GluePoint3X" fmla="*/ 3305678 w 4455673"/>
              <a:gd name="GluePoint3Y" fmla="*/ 69271 h 6858000"/>
              <a:gd name="GluePoint4X" fmla="*/ 4455673 w 4455673"/>
              <a:gd name="GluePoint4Y" fmla="*/ 3429000 h 6858000"/>
              <a:gd name="GluePoint5X" fmla="*/ 3305678 w 4455673"/>
              <a:gd name="GluePoint5Y" fmla="*/ 6788730 h 6858000"/>
              <a:gd name="GluePoint6X" fmla="*/ 3242695 w 4455673"/>
              <a:gd name="GluePoint6Y" fmla="*/ 6858000 h 6858000"/>
              <a:gd name="GluePoint7X" fmla="*/ 0 w 4455673"/>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20" dist="3816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134" name="Freeform: Shape 117">
            <a:extLst>
              <a:ext uri="{C183D7F6-B498-43B3-948B-1728B52AA6E4}">
                <adec:decorative xmlns:adec="http://schemas.microsoft.com/office/drawing/2017/decorative" val="1"/>
              </a:ext>
            </a:extLst>
          </p:cNvPr>
          <p:cNvSpPr/>
          <p:nvPr/>
        </p:nvSpPr>
        <p:spPr>
          <a:xfrm>
            <a:off x="0" y="0"/>
            <a:ext cx="4446000" cy="6857640"/>
          </a:xfrm>
          <a:custGeom>
            <a:avLst/>
            <a:gdLst>
              <a:gd name="textAreaLeft" fmla="*/ 0 w 4446000"/>
              <a:gd name="textAreaRight" fmla="*/ 4446360 w 4446000"/>
              <a:gd name="textAreaTop" fmla="*/ 0 h 6857640"/>
              <a:gd name="textAreaBottom" fmla="*/ 6858000 h 6857640"/>
              <a:gd name="GluePoint1X" fmla="*/ 0 w 4446529"/>
              <a:gd name="GluePoint1Y" fmla="*/ 0 h 6858000"/>
              <a:gd name="GluePoint2X" fmla="*/ 3233551 w 4446529"/>
              <a:gd name="GluePoint2Y" fmla="*/ 0 h 6858000"/>
              <a:gd name="GluePoint3X" fmla="*/ 3296534 w 4446529"/>
              <a:gd name="GluePoint3Y" fmla="*/ 69271 h 6858000"/>
              <a:gd name="GluePoint4X" fmla="*/ 4446529 w 4446529"/>
              <a:gd name="GluePoint4Y" fmla="*/ 3429000 h 6858000"/>
              <a:gd name="GluePoint5X" fmla="*/ 3296534 w 4446529"/>
              <a:gd name="GluePoint5Y" fmla="*/ 6788730 h 6858000"/>
              <a:gd name="GluePoint6X" fmla="*/ 3233551 w 4446529"/>
              <a:gd name="GluePoint6Y" fmla="*/ 6858000 h 6858000"/>
              <a:gd name="GluePoint7X" fmla="*/ 0 w 4446529"/>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35" name="PlaceHolder 1"/>
          <p:cNvSpPr>
            <a:spLocks noGrp="1"/>
          </p:cNvSpPr>
          <p:nvPr>
            <p:ph type="title"/>
          </p:nvPr>
        </p:nvSpPr>
        <p:spPr>
          <a:xfrm>
            <a:off x="371160" y="1161360"/>
            <a:ext cx="3437640" cy="123876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2600" b="0" u="none" strike="noStrike">
                <a:solidFill>
                  <a:schemeClr val="dk1"/>
                </a:solidFill>
                <a:effectLst/>
                <a:uFillTx/>
                <a:latin typeface="Franklin Gothic Book"/>
              </a:rPr>
              <a:t>Keeping roles separate with Connector</a:t>
            </a:r>
            <a:endParaRPr lang="en-US" sz="2600" b="0" u="none" strike="noStrike">
              <a:solidFill>
                <a:schemeClr val="dk1"/>
              </a:solidFill>
              <a:effectLst/>
              <a:uFillTx/>
              <a:latin typeface="Calibri"/>
            </a:endParaRPr>
          </a:p>
        </p:txBody>
      </p:sp>
      <p:sp>
        <p:nvSpPr>
          <p:cNvPr id="136" name="Rectangle 119">
            <a:extLst>
              <a:ext uri="{C183D7F6-B498-43B3-948B-1728B52AA6E4}">
                <adec:decorative xmlns:adec="http://schemas.microsoft.com/office/drawing/2017/decorative" val="1"/>
              </a:ext>
            </a:extLst>
          </p:cNvPr>
          <p:cNvSpPr/>
          <p:nvPr/>
        </p:nvSpPr>
        <p:spPr>
          <a:xfrm>
            <a:off x="0" y="1426680"/>
            <a:ext cx="127800" cy="653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137" name="Rectangle 121">
            <a:extLst>
              <a:ext uri="{C183D7F6-B498-43B3-948B-1728B52AA6E4}">
                <adec:decorative xmlns:adec="http://schemas.microsoft.com/office/drawing/2017/decorative" val="1"/>
              </a:ext>
            </a:extLst>
          </p:cNvPr>
          <p:cNvSpPr/>
          <p:nvPr/>
        </p:nvSpPr>
        <p:spPr>
          <a:xfrm>
            <a:off x="396000" y="2443320"/>
            <a:ext cx="3382920" cy="18000"/>
          </a:xfrm>
          <a:prstGeom prst="rect">
            <a:avLst/>
          </a:prstGeom>
          <a:solidFill>
            <a:srgbClr val="D5D5D5"/>
          </a:solidFill>
          <a:ln w="3175">
            <a:noFill/>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38" name="PlaceHolder 2"/>
          <p:cNvSpPr>
            <a:spLocks noGrp="1"/>
          </p:cNvSpPr>
          <p:nvPr>
            <p:ph/>
          </p:nvPr>
        </p:nvSpPr>
        <p:spPr>
          <a:xfrm>
            <a:off x="371160" y="2718000"/>
            <a:ext cx="3438720" cy="3206880"/>
          </a:xfrm>
          <a:prstGeom prst="rect">
            <a:avLst/>
          </a:prstGeom>
          <a:noFill/>
          <a:ln w="0">
            <a:noFill/>
          </a:ln>
        </p:spPr>
        <p:txBody>
          <a:bodyPr lIns="91440" tIns="45720" rIns="91440" bIns="45720" anchor="t">
            <a:normAutofit/>
          </a:bodyPr>
          <a:lstStyle/>
          <a:p>
            <a:pPr marL="384120" indent="-384120">
              <a:spcBef>
                <a:spcPts val="1001"/>
              </a:spcBef>
              <a:spcAft>
                <a:spcPts val="201"/>
              </a:spcAft>
              <a:buClr>
                <a:srgbClr val="191B0E"/>
              </a:buClr>
              <a:buFont typeface="Franklin Gothic Book"/>
              <a:buChar char="■"/>
            </a:pPr>
            <a:r>
              <a:rPr lang="en-GB" sz="1300" dirty="0">
                <a:solidFill>
                  <a:schemeClr val="dk1"/>
                </a:solidFill>
                <a:latin typeface="Franklin Gothic Book"/>
              </a:rPr>
              <a:t>LLM never touches domain</a:t>
            </a:r>
          </a:p>
          <a:p>
            <a:pPr marL="384120" indent="-384120">
              <a:spcBef>
                <a:spcPts val="1001"/>
              </a:spcBef>
              <a:spcAft>
                <a:spcPts val="201"/>
              </a:spcAft>
              <a:buClr>
                <a:srgbClr val="191B0E"/>
              </a:buClr>
              <a:buFont typeface="Franklin Gothic Book"/>
              <a:buChar char="■"/>
            </a:pPr>
            <a:r>
              <a:rPr lang="en-GB" sz="1300" dirty="0">
                <a:solidFill>
                  <a:schemeClr val="dk1"/>
                </a:solidFill>
                <a:latin typeface="Franklin Gothic Book"/>
              </a:rPr>
              <a:t>DSL defines all rules</a:t>
            </a:r>
          </a:p>
          <a:p>
            <a:pPr marL="384120" indent="-384120">
              <a:spcBef>
                <a:spcPts val="1001"/>
              </a:spcBef>
              <a:spcAft>
                <a:spcPts val="201"/>
              </a:spcAft>
              <a:buClr>
                <a:srgbClr val="191B0E"/>
              </a:buClr>
              <a:buFont typeface="Franklin Gothic Book"/>
              <a:buChar char="■"/>
            </a:pPr>
            <a:r>
              <a:rPr lang="en-GB" sz="1300" dirty="0">
                <a:solidFill>
                  <a:schemeClr val="dk1"/>
                </a:solidFill>
                <a:latin typeface="Franklin Gothic Book"/>
              </a:rPr>
              <a:t>Connector bridges the gap</a:t>
            </a:r>
            <a:r>
              <a:rPr lang="en-GB" sz="1300" b="0" i="1" u="none" strike="noStrike" dirty="0">
                <a:solidFill>
                  <a:schemeClr val="dk1"/>
                </a:solidFill>
                <a:effectLst/>
                <a:uFillTx/>
                <a:latin typeface="Franklin Gothic Book"/>
              </a:rPr>
              <a:t>.</a:t>
            </a:r>
            <a:endParaRPr lang="en-US" sz="1300" b="0" u="none" strike="noStrike" dirty="0">
              <a:solidFill>
                <a:schemeClr val="dk1"/>
              </a:solidFill>
              <a:effectLst/>
              <a:uFillTx/>
              <a:latin typeface="Calibri"/>
            </a:endParaRPr>
          </a:p>
        </p:txBody>
      </p:sp>
      <p:pic>
        <p:nvPicPr>
          <p:cNvPr id="139" name="Picture 2"/>
          <p:cNvPicPr/>
          <p:nvPr/>
        </p:nvPicPr>
        <p:blipFill>
          <a:blip r:embed="rId3"/>
          <a:stretch/>
        </p:blipFill>
        <p:spPr>
          <a:xfrm>
            <a:off x="4901040" y="1168920"/>
            <a:ext cx="6921720" cy="4620240"/>
          </a:xfrm>
          <a:prstGeom prst="rect">
            <a:avLst/>
          </a:prstGeom>
          <a:noFill/>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40" name="Rectangle 116">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141" name="Freeform: Shape 118">
            <a:extLst>
              <a:ext uri="{C183D7F6-B498-43B3-948B-1728B52AA6E4}">
                <adec:decorative xmlns:adec="http://schemas.microsoft.com/office/drawing/2017/decorative" val="1"/>
              </a:ext>
            </a:extLst>
          </p:cNvPr>
          <p:cNvSpPr/>
          <p:nvPr/>
        </p:nvSpPr>
        <p:spPr>
          <a:xfrm>
            <a:off x="0" y="0"/>
            <a:ext cx="4455360" cy="6857640"/>
          </a:xfrm>
          <a:custGeom>
            <a:avLst/>
            <a:gdLst>
              <a:gd name="textAreaLeft" fmla="*/ 0 w 4455360"/>
              <a:gd name="textAreaRight" fmla="*/ 4455720 w 4455360"/>
              <a:gd name="textAreaTop" fmla="*/ 0 h 6857640"/>
              <a:gd name="textAreaBottom" fmla="*/ 6858000 h 6857640"/>
              <a:gd name="GluePoint1X" fmla="*/ 0 w 4455673"/>
              <a:gd name="GluePoint1Y" fmla="*/ 0 h 6858000"/>
              <a:gd name="GluePoint2X" fmla="*/ 3242695 w 4455673"/>
              <a:gd name="GluePoint2Y" fmla="*/ 0 h 6858000"/>
              <a:gd name="GluePoint3X" fmla="*/ 3305678 w 4455673"/>
              <a:gd name="GluePoint3Y" fmla="*/ 69271 h 6858000"/>
              <a:gd name="GluePoint4X" fmla="*/ 4455673 w 4455673"/>
              <a:gd name="GluePoint4Y" fmla="*/ 3429000 h 6858000"/>
              <a:gd name="GluePoint5X" fmla="*/ 3305678 w 4455673"/>
              <a:gd name="GluePoint5Y" fmla="*/ 6788730 h 6858000"/>
              <a:gd name="GluePoint6X" fmla="*/ 3242695 w 4455673"/>
              <a:gd name="GluePoint6Y" fmla="*/ 6858000 h 6858000"/>
              <a:gd name="GluePoint7X" fmla="*/ 0 w 4455673"/>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20" dist="3816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142" name="Freeform: Shape 120">
            <a:extLst>
              <a:ext uri="{C183D7F6-B498-43B3-948B-1728B52AA6E4}">
                <adec:decorative xmlns:adec="http://schemas.microsoft.com/office/drawing/2017/decorative" val="1"/>
              </a:ext>
            </a:extLst>
          </p:cNvPr>
          <p:cNvSpPr/>
          <p:nvPr/>
        </p:nvSpPr>
        <p:spPr>
          <a:xfrm>
            <a:off x="0" y="0"/>
            <a:ext cx="4446000" cy="6857640"/>
          </a:xfrm>
          <a:custGeom>
            <a:avLst/>
            <a:gdLst>
              <a:gd name="textAreaLeft" fmla="*/ 0 w 4446000"/>
              <a:gd name="textAreaRight" fmla="*/ 4446360 w 4446000"/>
              <a:gd name="textAreaTop" fmla="*/ 0 h 6857640"/>
              <a:gd name="textAreaBottom" fmla="*/ 6858000 h 6857640"/>
              <a:gd name="GluePoint1X" fmla="*/ 0 w 4446529"/>
              <a:gd name="GluePoint1Y" fmla="*/ 0 h 6858000"/>
              <a:gd name="GluePoint2X" fmla="*/ 3233551 w 4446529"/>
              <a:gd name="GluePoint2Y" fmla="*/ 0 h 6858000"/>
              <a:gd name="GluePoint3X" fmla="*/ 3296534 w 4446529"/>
              <a:gd name="GluePoint3Y" fmla="*/ 69271 h 6858000"/>
              <a:gd name="GluePoint4X" fmla="*/ 4446529 w 4446529"/>
              <a:gd name="GluePoint4Y" fmla="*/ 3429000 h 6858000"/>
              <a:gd name="GluePoint5X" fmla="*/ 3296534 w 4446529"/>
              <a:gd name="GluePoint5Y" fmla="*/ 6788730 h 6858000"/>
              <a:gd name="GluePoint6X" fmla="*/ 3233551 w 4446529"/>
              <a:gd name="GluePoint6Y" fmla="*/ 6858000 h 6858000"/>
              <a:gd name="GluePoint7X" fmla="*/ 0 w 4446529"/>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43" name="PlaceHolder 1"/>
          <p:cNvSpPr>
            <a:spLocks noGrp="1"/>
          </p:cNvSpPr>
          <p:nvPr>
            <p:ph type="title"/>
          </p:nvPr>
        </p:nvSpPr>
        <p:spPr>
          <a:xfrm>
            <a:off x="371160" y="1161360"/>
            <a:ext cx="3437640" cy="123876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2800" b="0" u="none" strike="noStrike">
                <a:solidFill>
                  <a:schemeClr val="dk1"/>
                </a:solidFill>
                <a:effectLst/>
                <a:uFillTx/>
                <a:latin typeface="Franklin Gothic Book"/>
              </a:rPr>
              <a:t>High level system design</a:t>
            </a:r>
            <a:endParaRPr lang="en-US" sz="2800" b="0" u="none" strike="noStrike">
              <a:solidFill>
                <a:schemeClr val="dk1"/>
              </a:solidFill>
              <a:effectLst/>
              <a:uFillTx/>
              <a:latin typeface="Calibri"/>
            </a:endParaRPr>
          </a:p>
        </p:txBody>
      </p:sp>
      <p:sp>
        <p:nvSpPr>
          <p:cNvPr id="144" name="Rectangle 122">
            <a:extLst>
              <a:ext uri="{C183D7F6-B498-43B3-948B-1728B52AA6E4}">
                <adec:decorative xmlns:adec="http://schemas.microsoft.com/office/drawing/2017/decorative" val="1"/>
              </a:ext>
            </a:extLst>
          </p:cNvPr>
          <p:cNvSpPr/>
          <p:nvPr/>
        </p:nvSpPr>
        <p:spPr>
          <a:xfrm>
            <a:off x="0" y="1426680"/>
            <a:ext cx="127800" cy="653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145" name="Rectangle 124">
            <a:extLst>
              <a:ext uri="{C183D7F6-B498-43B3-948B-1728B52AA6E4}">
                <adec:decorative xmlns:adec="http://schemas.microsoft.com/office/drawing/2017/decorative" val="1"/>
              </a:ext>
            </a:extLst>
          </p:cNvPr>
          <p:cNvSpPr/>
          <p:nvPr/>
        </p:nvSpPr>
        <p:spPr>
          <a:xfrm>
            <a:off x="396000" y="2443320"/>
            <a:ext cx="3382920" cy="18000"/>
          </a:xfrm>
          <a:prstGeom prst="rect">
            <a:avLst/>
          </a:prstGeom>
          <a:solidFill>
            <a:srgbClr val="D5D5D5"/>
          </a:solidFill>
          <a:ln w="3175">
            <a:noFill/>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46" name="PlaceHolder 2"/>
          <p:cNvSpPr>
            <a:spLocks noGrp="1"/>
          </p:cNvSpPr>
          <p:nvPr>
            <p:ph/>
          </p:nvPr>
        </p:nvSpPr>
        <p:spPr>
          <a:xfrm>
            <a:off x="371160" y="2718000"/>
            <a:ext cx="3438720" cy="3206880"/>
          </a:xfrm>
          <a:prstGeom prst="rect">
            <a:avLst/>
          </a:prstGeom>
          <a:noFill/>
          <a:ln w="0">
            <a:noFill/>
          </a:ln>
        </p:spPr>
        <p:txBody>
          <a:bodyPr lIns="91440" tIns="45720" rIns="91440" bIns="45720" anchor="t">
            <a:normAutofit lnSpcReduction="9999"/>
          </a:bodyPr>
          <a:lstStyle/>
          <a:p>
            <a:pPr marL="384120" indent="-384120">
              <a:spcBef>
                <a:spcPts val="1001"/>
              </a:spcBef>
              <a:spcAft>
                <a:spcPts val="201"/>
              </a:spcAft>
              <a:buClr>
                <a:srgbClr val="191B0E"/>
              </a:buClr>
              <a:buFont typeface="Franklin Gothic Book"/>
              <a:buChar char="■"/>
            </a:pPr>
            <a:r>
              <a:rPr lang="en-GB" sz="1400" dirty="0">
                <a:solidFill>
                  <a:schemeClr val="dk1"/>
                </a:solidFill>
                <a:latin typeface="Franklin Gothic Book"/>
              </a:rPr>
              <a:t>LLM extracts intent</a:t>
            </a:r>
          </a:p>
          <a:p>
            <a:pPr marL="384120" indent="-384120">
              <a:spcBef>
                <a:spcPts val="1001"/>
              </a:spcBef>
              <a:spcAft>
                <a:spcPts val="201"/>
              </a:spcAft>
              <a:buClr>
                <a:srgbClr val="191B0E"/>
              </a:buClr>
              <a:buFont typeface="Franklin Gothic Book"/>
              <a:buChar char="■"/>
            </a:pPr>
            <a:r>
              <a:rPr lang="en-GB" sz="1400" dirty="0">
                <a:solidFill>
                  <a:schemeClr val="dk1"/>
                </a:solidFill>
                <a:latin typeface="Franklin Gothic Book"/>
              </a:rPr>
              <a:t>Connector validates</a:t>
            </a:r>
          </a:p>
          <a:p>
            <a:pPr marL="384120" indent="-384120">
              <a:spcBef>
                <a:spcPts val="1001"/>
              </a:spcBef>
              <a:spcAft>
                <a:spcPts val="201"/>
              </a:spcAft>
              <a:buClr>
                <a:srgbClr val="191B0E"/>
              </a:buClr>
              <a:buFont typeface="Franklin Gothic Book"/>
              <a:buChar char="■"/>
            </a:pPr>
            <a:r>
              <a:rPr lang="en-GB" sz="1400" dirty="0">
                <a:solidFill>
                  <a:schemeClr val="dk1"/>
                </a:solidFill>
                <a:latin typeface="Franklin Gothic Book"/>
              </a:rPr>
              <a:t>Missing info → clarification</a:t>
            </a:r>
          </a:p>
          <a:p>
            <a:pPr marL="384120" indent="-384120">
              <a:spcBef>
                <a:spcPts val="1001"/>
              </a:spcBef>
              <a:spcAft>
                <a:spcPts val="201"/>
              </a:spcAft>
              <a:buClr>
                <a:srgbClr val="191B0E"/>
              </a:buClr>
              <a:buFont typeface="Franklin Gothic Book"/>
              <a:buChar char="■"/>
            </a:pPr>
            <a:r>
              <a:rPr lang="en-GB" sz="1400" dirty="0">
                <a:solidFill>
                  <a:schemeClr val="dk1"/>
                </a:solidFill>
                <a:latin typeface="Franklin Gothic Book"/>
              </a:rPr>
              <a:t>DSL executes valid actions</a:t>
            </a:r>
          </a:p>
          <a:p>
            <a:pPr marL="384120" indent="-384120">
              <a:spcBef>
                <a:spcPts val="1001"/>
              </a:spcBef>
              <a:spcAft>
                <a:spcPts val="201"/>
              </a:spcAft>
              <a:buClr>
                <a:srgbClr val="191B0E"/>
              </a:buClr>
              <a:buFont typeface="Franklin Gothic Book"/>
              <a:buChar char="■"/>
            </a:pPr>
            <a:r>
              <a:rPr lang="en-GB" sz="1400" dirty="0">
                <a:solidFill>
                  <a:schemeClr val="dk1"/>
                </a:solidFill>
                <a:latin typeface="Franklin Gothic Book"/>
              </a:rPr>
              <a:t>Domain model = source of truth</a:t>
            </a:r>
            <a:endParaRPr lang="en-US" sz="1400" b="0" u="none" strike="noStrike" dirty="0">
              <a:solidFill>
                <a:schemeClr val="dk1"/>
              </a:solidFill>
              <a:effectLst/>
              <a:uFillTx/>
              <a:latin typeface="Calibri"/>
            </a:endParaRPr>
          </a:p>
        </p:txBody>
      </p:sp>
      <p:pic>
        <p:nvPicPr>
          <p:cNvPr id="147" name="Picture 2"/>
          <p:cNvPicPr/>
          <p:nvPr/>
        </p:nvPicPr>
        <p:blipFill>
          <a:blip r:embed="rId3"/>
          <a:stretch/>
        </p:blipFill>
        <p:spPr>
          <a:xfrm>
            <a:off x="4901040" y="1168920"/>
            <a:ext cx="6921720" cy="4620240"/>
          </a:xfrm>
          <a:prstGeom prst="rect">
            <a:avLst/>
          </a:prstGeom>
          <a:noFill/>
          <a:ln w="0">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7B8DE-52C0-B210-E50E-0ECD1C841170}"/>
            </a:ext>
          </a:extLst>
        </p:cNvPr>
        <p:cNvGrpSpPr/>
        <p:nvPr/>
      </p:nvGrpSpPr>
      <p:grpSpPr>
        <a:xfrm>
          <a:off x="0" y="0"/>
          <a:ext cx="0" cy="0"/>
          <a:chOff x="0" y="0"/>
          <a:chExt cx="0" cy="0"/>
        </a:xfrm>
      </p:grpSpPr>
      <p:sp useBgFill="1">
        <p:nvSpPr>
          <p:cNvPr id="140" name="Rectangle 116">
            <a:extLst>
              <a:ext uri="{FF2B5EF4-FFF2-40B4-BE49-F238E27FC236}">
                <a16:creationId xmlns:a16="http://schemas.microsoft.com/office/drawing/2014/main" id="{4385F2E4-01C4-E6F8-09D2-47D337413313}"/>
              </a:ex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dirty="0">
              <a:solidFill>
                <a:schemeClr val="lt1"/>
              </a:solidFill>
              <a:effectLst/>
              <a:uFillTx/>
              <a:latin typeface="Calibri"/>
            </a:endParaRPr>
          </a:p>
        </p:txBody>
      </p:sp>
      <p:sp useBgFill="1">
        <p:nvSpPr>
          <p:cNvPr id="141" name="Freeform: Shape 118">
            <a:extLst>
              <a:ext uri="{FF2B5EF4-FFF2-40B4-BE49-F238E27FC236}">
                <a16:creationId xmlns:a16="http://schemas.microsoft.com/office/drawing/2014/main" id="{CFB413F9-1E9F-1934-2D01-7AB5E6D8E11F}"/>
              </a:ext>
              <a:ext uri="{C183D7F6-B498-43B3-948B-1728B52AA6E4}">
                <adec:decorative xmlns:adec="http://schemas.microsoft.com/office/drawing/2017/decorative" val="1"/>
              </a:ext>
            </a:extLst>
          </p:cNvPr>
          <p:cNvSpPr/>
          <p:nvPr/>
        </p:nvSpPr>
        <p:spPr>
          <a:xfrm>
            <a:off x="0" y="0"/>
            <a:ext cx="4455360" cy="6857640"/>
          </a:xfrm>
          <a:custGeom>
            <a:avLst/>
            <a:gdLst>
              <a:gd name="textAreaLeft" fmla="*/ 0 w 4455360"/>
              <a:gd name="textAreaRight" fmla="*/ 4455720 w 4455360"/>
              <a:gd name="textAreaTop" fmla="*/ 0 h 6857640"/>
              <a:gd name="textAreaBottom" fmla="*/ 6858000 h 6857640"/>
              <a:gd name="GluePoint1X" fmla="*/ 0 w 4455673"/>
              <a:gd name="GluePoint1Y" fmla="*/ 0 h 6858000"/>
              <a:gd name="GluePoint2X" fmla="*/ 3242695 w 4455673"/>
              <a:gd name="GluePoint2Y" fmla="*/ 0 h 6858000"/>
              <a:gd name="GluePoint3X" fmla="*/ 3305678 w 4455673"/>
              <a:gd name="GluePoint3Y" fmla="*/ 69271 h 6858000"/>
              <a:gd name="GluePoint4X" fmla="*/ 4455673 w 4455673"/>
              <a:gd name="GluePoint4Y" fmla="*/ 3429000 h 6858000"/>
              <a:gd name="GluePoint5X" fmla="*/ 3305678 w 4455673"/>
              <a:gd name="GluePoint5Y" fmla="*/ 6788730 h 6858000"/>
              <a:gd name="GluePoint6X" fmla="*/ 3242695 w 4455673"/>
              <a:gd name="GluePoint6Y" fmla="*/ 6858000 h 6858000"/>
              <a:gd name="GluePoint7X" fmla="*/ 0 w 4455673"/>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20" dist="3816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142" name="Freeform: Shape 120">
            <a:extLst>
              <a:ext uri="{FF2B5EF4-FFF2-40B4-BE49-F238E27FC236}">
                <a16:creationId xmlns:a16="http://schemas.microsoft.com/office/drawing/2014/main" id="{41E7418F-25B7-8F4C-236E-C54E31A7655F}"/>
              </a:ext>
              <a:ext uri="{C183D7F6-B498-43B3-948B-1728B52AA6E4}">
                <adec:decorative xmlns:adec="http://schemas.microsoft.com/office/drawing/2017/decorative" val="1"/>
              </a:ext>
            </a:extLst>
          </p:cNvPr>
          <p:cNvSpPr/>
          <p:nvPr/>
        </p:nvSpPr>
        <p:spPr>
          <a:xfrm>
            <a:off x="0" y="0"/>
            <a:ext cx="4446000" cy="6857640"/>
          </a:xfrm>
          <a:custGeom>
            <a:avLst/>
            <a:gdLst>
              <a:gd name="textAreaLeft" fmla="*/ 0 w 4446000"/>
              <a:gd name="textAreaRight" fmla="*/ 4446360 w 4446000"/>
              <a:gd name="textAreaTop" fmla="*/ 0 h 6857640"/>
              <a:gd name="textAreaBottom" fmla="*/ 6858000 h 6857640"/>
              <a:gd name="GluePoint1X" fmla="*/ 0 w 4446529"/>
              <a:gd name="GluePoint1Y" fmla="*/ 0 h 6858000"/>
              <a:gd name="GluePoint2X" fmla="*/ 3233551 w 4446529"/>
              <a:gd name="GluePoint2Y" fmla="*/ 0 h 6858000"/>
              <a:gd name="GluePoint3X" fmla="*/ 3296534 w 4446529"/>
              <a:gd name="GluePoint3Y" fmla="*/ 69271 h 6858000"/>
              <a:gd name="GluePoint4X" fmla="*/ 4446529 w 4446529"/>
              <a:gd name="GluePoint4Y" fmla="*/ 3429000 h 6858000"/>
              <a:gd name="GluePoint5X" fmla="*/ 3296534 w 4446529"/>
              <a:gd name="GluePoint5Y" fmla="*/ 6788730 h 6858000"/>
              <a:gd name="GluePoint6X" fmla="*/ 3233551 w 4446529"/>
              <a:gd name="GluePoint6Y" fmla="*/ 6858000 h 6858000"/>
              <a:gd name="GluePoint7X" fmla="*/ 0 w 4446529"/>
              <a:gd name="GluePoint7Y" fmla="*/ 6858000 h 6858000"/>
            </a:gdLst>
            <a:ahLst/>
            <a:cxnLst>
              <a:cxn ang="0">
                <a:pos x="GluePoint1X" y="GluePoint1Y"/>
              </a:cxn>
              <a:cxn ang="0">
                <a:pos x="GluePoint2X" y="GluePoint2Y"/>
              </a:cxn>
              <a:cxn ang="0">
                <a:pos x="GluePoint3X" y="GluePoint3Y"/>
              </a:cxn>
              <a:cxn ang="0">
                <a:pos x="GluePoint4X" y="GluePoint4Y"/>
              </a:cxn>
              <a:cxn ang="0">
                <a:pos x="GluePoint5X" y="GluePoint5Y"/>
              </a:cxn>
              <a:cxn ang="0">
                <a:pos x="GluePoint6X" y="GluePoint6Y"/>
              </a:cxn>
              <a:cxn ang="0">
                <a:pos x="GluePoint7X" y="GluePoint7Y"/>
              </a:cxn>
            </a:cxnLst>
            <a:rect l="textAreaLeft" t="textAreaTop" r="textAreaRight" b="textAreaBottom"/>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43" name="PlaceHolder 1">
            <a:extLst>
              <a:ext uri="{FF2B5EF4-FFF2-40B4-BE49-F238E27FC236}">
                <a16:creationId xmlns:a16="http://schemas.microsoft.com/office/drawing/2014/main" id="{31D555D4-9724-4FD4-4327-AE044734DE0D}"/>
              </a:ext>
            </a:extLst>
          </p:cNvPr>
          <p:cNvSpPr>
            <a:spLocks noGrp="1"/>
          </p:cNvSpPr>
          <p:nvPr>
            <p:ph type="title"/>
          </p:nvPr>
        </p:nvSpPr>
        <p:spPr>
          <a:xfrm>
            <a:off x="371160" y="1161360"/>
            <a:ext cx="3437640" cy="123876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2800" b="0" u="none" strike="noStrike" dirty="0">
                <a:solidFill>
                  <a:schemeClr val="dk1"/>
                </a:solidFill>
                <a:effectLst/>
                <a:uFillTx/>
                <a:latin typeface="Franklin Gothic Book"/>
              </a:rPr>
              <a:t>Implementation</a:t>
            </a:r>
            <a:endParaRPr lang="en-US" sz="2800" b="0" u="none" strike="noStrike" dirty="0">
              <a:solidFill>
                <a:schemeClr val="dk1"/>
              </a:solidFill>
              <a:effectLst/>
              <a:uFillTx/>
              <a:latin typeface="Calibri"/>
            </a:endParaRPr>
          </a:p>
        </p:txBody>
      </p:sp>
      <p:sp>
        <p:nvSpPr>
          <p:cNvPr id="144" name="Rectangle 122">
            <a:extLst>
              <a:ext uri="{FF2B5EF4-FFF2-40B4-BE49-F238E27FC236}">
                <a16:creationId xmlns:a16="http://schemas.microsoft.com/office/drawing/2014/main" id="{32A98DD3-EC1E-39EA-644A-8FF683E82144}"/>
              </a:ext>
              <a:ext uri="{C183D7F6-B498-43B3-948B-1728B52AA6E4}">
                <adec:decorative xmlns:adec="http://schemas.microsoft.com/office/drawing/2017/decorative" val="1"/>
              </a:ext>
            </a:extLst>
          </p:cNvPr>
          <p:cNvSpPr/>
          <p:nvPr/>
        </p:nvSpPr>
        <p:spPr>
          <a:xfrm>
            <a:off x="0" y="1426680"/>
            <a:ext cx="127800" cy="6534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145" name="Rectangle 124">
            <a:extLst>
              <a:ext uri="{FF2B5EF4-FFF2-40B4-BE49-F238E27FC236}">
                <a16:creationId xmlns:a16="http://schemas.microsoft.com/office/drawing/2014/main" id="{5CCC9C89-6181-D1A6-54DA-500BAB84C886}"/>
              </a:ext>
              <a:ext uri="{C183D7F6-B498-43B3-948B-1728B52AA6E4}">
                <adec:decorative xmlns:adec="http://schemas.microsoft.com/office/drawing/2017/decorative" val="1"/>
              </a:ext>
            </a:extLst>
          </p:cNvPr>
          <p:cNvSpPr/>
          <p:nvPr/>
        </p:nvSpPr>
        <p:spPr>
          <a:xfrm>
            <a:off x="396000" y="2443320"/>
            <a:ext cx="3382920" cy="18000"/>
          </a:xfrm>
          <a:prstGeom prst="rect">
            <a:avLst/>
          </a:prstGeom>
          <a:solidFill>
            <a:srgbClr val="D5D5D5"/>
          </a:solidFill>
          <a:ln w="3175">
            <a:noFill/>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46" name="PlaceHolder 2">
            <a:extLst>
              <a:ext uri="{FF2B5EF4-FFF2-40B4-BE49-F238E27FC236}">
                <a16:creationId xmlns:a16="http://schemas.microsoft.com/office/drawing/2014/main" id="{FA6D237A-98C9-21D1-5677-4C987F2203D4}"/>
              </a:ext>
            </a:extLst>
          </p:cNvPr>
          <p:cNvSpPr>
            <a:spLocks noGrp="1"/>
          </p:cNvSpPr>
          <p:nvPr>
            <p:ph/>
          </p:nvPr>
        </p:nvSpPr>
        <p:spPr>
          <a:xfrm>
            <a:off x="371160" y="2718000"/>
            <a:ext cx="3438720" cy="3206880"/>
          </a:xfrm>
          <a:prstGeom prst="rect">
            <a:avLst/>
          </a:prstGeom>
          <a:noFill/>
          <a:ln w="0">
            <a:noFill/>
          </a:ln>
        </p:spPr>
        <p:txBody>
          <a:bodyPr lIns="91440" tIns="45720" rIns="91440" bIns="45720" anchor="t">
            <a:normAutofit lnSpcReduction="9999"/>
          </a:bodyPr>
          <a:lstStyle/>
          <a:p>
            <a:pPr marL="384120" indent="-384120" defTabSz="914400">
              <a:lnSpc>
                <a:spcPct val="90000"/>
              </a:lnSpc>
              <a:spcBef>
                <a:spcPts val="1001"/>
              </a:spcBef>
              <a:spcAft>
                <a:spcPts val="201"/>
              </a:spcAft>
              <a:buClr>
                <a:srgbClr val="191B0E"/>
              </a:buClr>
              <a:buFont typeface="Franklin Gothic Book"/>
              <a:buChar char="■"/>
            </a:pPr>
            <a:r>
              <a:rPr lang="en-US" sz="1400" b="0" u="none" strike="noStrike" dirty="0">
                <a:solidFill>
                  <a:schemeClr val="dk1"/>
                </a:solidFill>
                <a:effectLst/>
                <a:uFillTx/>
                <a:latin typeface="Franklin Gothic Book"/>
              </a:rPr>
              <a:t>Two referenc</a:t>
            </a:r>
            <a:r>
              <a:rPr lang="en-US" sz="1400" dirty="0">
                <a:solidFill>
                  <a:schemeClr val="dk1"/>
                </a:solidFill>
                <a:latin typeface="Franklin Gothic Book"/>
              </a:rPr>
              <a:t>e implementations	</a:t>
            </a:r>
            <a:endParaRPr lang="en-US" sz="1400" b="0" u="none" strike="noStrike" dirty="0">
              <a:solidFill>
                <a:schemeClr val="dk1"/>
              </a:solidFill>
              <a:effectLst/>
              <a:uFillTx/>
              <a:latin typeface="Calibri"/>
            </a:endParaRPr>
          </a:p>
          <a:p>
            <a:pPr marL="384120" indent="-384120">
              <a:spcBef>
                <a:spcPts val="1001"/>
              </a:spcBef>
              <a:spcAft>
                <a:spcPts val="201"/>
              </a:spcAft>
              <a:buClr>
                <a:srgbClr val="191B0E"/>
              </a:buClr>
              <a:buFont typeface="Franklin Gothic Book"/>
              <a:buChar char="■"/>
            </a:pPr>
            <a:r>
              <a:rPr lang="en-US" sz="1400" b="0" u="none" strike="noStrike" dirty="0" err="1">
                <a:solidFill>
                  <a:schemeClr val="dk1"/>
                </a:solidFill>
                <a:effectLst/>
                <a:uFillTx/>
                <a:latin typeface="Franklin Gothic Book"/>
              </a:rPr>
              <a:t>LionWeb</a:t>
            </a:r>
            <a:r>
              <a:rPr lang="en-US" sz="1400" b="0" u="none" strike="noStrike" dirty="0">
                <a:solidFill>
                  <a:schemeClr val="dk1"/>
                </a:solidFill>
                <a:effectLst/>
                <a:uFillTx/>
                <a:latin typeface="Franklin Gothic Book"/>
              </a:rPr>
              <a:t> (https://lionweb.io/)</a:t>
            </a:r>
          </a:p>
          <a:p>
            <a:pPr marL="384120" indent="-384120">
              <a:spcBef>
                <a:spcPts val="1001"/>
              </a:spcBef>
              <a:spcAft>
                <a:spcPts val="201"/>
              </a:spcAft>
              <a:buClr>
                <a:srgbClr val="191B0E"/>
              </a:buClr>
              <a:buFont typeface="Franklin Gothic Book"/>
              <a:buChar char="■"/>
            </a:pPr>
            <a:r>
              <a:rPr lang="en-US" sz="1400" dirty="0">
                <a:solidFill>
                  <a:schemeClr val="dk1"/>
                </a:solidFill>
                <a:latin typeface="Franklin Gothic Book"/>
              </a:rPr>
              <a:t>Lark (</a:t>
            </a:r>
            <a:r>
              <a:rPr lang="en-US" sz="1400" dirty="0">
                <a:solidFill>
                  <a:schemeClr val="dk1"/>
                </a:solidFill>
                <a:latin typeface="Franklin Gothic Book"/>
                <a:hlinkClick r:id="rId3"/>
              </a:rPr>
              <a:t>https://lionweb.io/</a:t>
            </a:r>
            <a:r>
              <a:rPr lang="en-US" sz="1400" dirty="0">
                <a:solidFill>
                  <a:schemeClr val="dk1"/>
                </a:solidFill>
                <a:latin typeface="Franklin Gothic Book"/>
              </a:rPr>
              <a:t>)</a:t>
            </a:r>
          </a:p>
          <a:p>
            <a:pPr marL="384120" indent="-384120">
              <a:spcBef>
                <a:spcPts val="1001"/>
              </a:spcBef>
              <a:spcAft>
                <a:spcPts val="201"/>
              </a:spcAft>
              <a:buClr>
                <a:srgbClr val="191B0E"/>
              </a:buClr>
              <a:buFont typeface="Franklin Gothic Book"/>
              <a:buChar char="■"/>
            </a:pPr>
            <a:endParaRPr lang="en-US" sz="1400" dirty="0">
              <a:solidFill>
                <a:schemeClr val="dk1"/>
              </a:solidFill>
              <a:latin typeface="Franklin Gothic Book"/>
            </a:endParaRPr>
          </a:p>
          <a:p>
            <a:pPr marL="384120" indent="-384120">
              <a:spcBef>
                <a:spcPts val="1001"/>
              </a:spcBef>
              <a:spcAft>
                <a:spcPts val="201"/>
              </a:spcAft>
              <a:buClr>
                <a:srgbClr val="191B0E"/>
              </a:buClr>
              <a:buFont typeface="Franklin Gothic Book"/>
              <a:buChar char="■"/>
            </a:pPr>
            <a:r>
              <a:rPr lang="en-US" sz="1400" dirty="0">
                <a:solidFill>
                  <a:schemeClr val="dk1"/>
                </a:solidFill>
                <a:latin typeface="Franklin Gothic Book"/>
              </a:rPr>
              <a:t>Supported model hubs:</a:t>
            </a:r>
          </a:p>
          <a:p>
            <a:pPr marL="384120" indent="-384120">
              <a:spcBef>
                <a:spcPts val="1001"/>
              </a:spcBef>
              <a:spcAft>
                <a:spcPts val="201"/>
              </a:spcAft>
              <a:buClr>
                <a:srgbClr val="191B0E"/>
              </a:buClr>
              <a:buFont typeface="Franklin Gothic Book"/>
              <a:buChar char="■"/>
            </a:pPr>
            <a:r>
              <a:rPr lang="en-US" sz="1400" dirty="0">
                <a:solidFill>
                  <a:schemeClr val="dk1"/>
                </a:solidFill>
                <a:latin typeface="Franklin Gothic Book"/>
              </a:rPr>
              <a:t>Hugging Face</a:t>
            </a:r>
          </a:p>
          <a:p>
            <a:pPr marL="384120" indent="-384120">
              <a:spcBef>
                <a:spcPts val="1001"/>
              </a:spcBef>
              <a:spcAft>
                <a:spcPts val="201"/>
              </a:spcAft>
              <a:buClr>
                <a:srgbClr val="191B0E"/>
              </a:buClr>
              <a:buFont typeface="Franklin Gothic Book"/>
              <a:buChar char="■"/>
            </a:pPr>
            <a:r>
              <a:rPr lang="en-US" sz="1400" dirty="0" err="1">
                <a:solidFill>
                  <a:schemeClr val="dk1"/>
                </a:solidFill>
                <a:latin typeface="Franklin Gothic Book"/>
              </a:rPr>
              <a:t>Ollama</a:t>
            </a:r>
            <a:r>
              <a:rPr lang="en-US" sz="1400" dirty="0">
                <a:solidFill>
                  <a:schemeClr val="dk1"/>
                </a:solidFill>
                <a:latin typeface="Franklin Gothic Book"/>
              </a:rPr>
              <a:t> Cloud</a:t>
            </a:r>
          </a:p>
          <a:p>
            <a:pPr marL="384120" indent="-384120">
              <a:spcBef>
                <a:spcPts val="1001"/>
              </a:spcBef>
              <a:spcAft>
                <a:spcPts val="201"/>
              </a:spcAft>
              <a:buClr>
                <a:srgbClr val="191B0E"/>
              </a:buClr>
              <a:buFont typeface="Franklin Gothic Book"/>
              <a:buChar char="■"/>
            </a:pPr>
            <a:r>
              <a:rPr lang="en-US" sz="1400" dirty="0" err="1">
                <a:solidFill>
                  <a:schemeClr val="dk1"/>
                </a:solidFill>
                <a:latin typeface="Franklin Gothic Book"/>
              </a:rPr>
              <a:t>Ollama</a:t>
            </a:r>
            <a:r>
              <a:rPr lang="en-US" sz="1400" dirty="0">
                <a:solidFill>
                  <a:schemeClr val="dk1"/>
                </a:solidFill>
                <a:latin typeface="Franklin Gothic Book"/>
              </a:rPr>
              <a:t> locally hosted</a:t>
            </a:r>
          </a:p>
          <a:p>
            <a:pPr marL="384120" indent="-384120">
              <a:spcBef>
                <a:spcPts val="1001"/>
              </a:spcBef>
              <a:spcAft>
                <a:spcPts val="201"/>
              </a:spcAft>
              <a:buClr>
                <a:srgbClr val="191B0E"/>
              </a:buClr>
              <a:buFont typeface="Franklin Gothic Book"/>
              <a:buChar char="■"/>
            </a:pPr>
            <a:endParaRPr lang="en-US" sz="1400" b="0" u="none" strike="noStrike" dirty="0">
              <a:solidFill>
                <a:schemeClr val="dk1"/>
              </a:solidFill>
              <a:effectLst/>
              <a:uFillTx/>
              <a:latin typeface="Franklin Gothic Book"/>
            </a:endParaRPr>
          </a:p>
          <a:p>
            <a:pPr>
              <a:spcBef>
                <a:spcPts val="1001"/>
              </a:spcBef>
              <a:spcAft>
                <a:spcPts val="201"/>
              </a:spcAft>
              <a:buClr>
                <a:srgbClr val="191B0E"/>
              </a:buClr>
            </a:pPr>
            <a:endParaRPr lang="en-US" sz="1400" b="0" u="none" strike="noStrike" dirty="0">
              <a:solidFill>
                <a:schemeClr val="dk1"/>
              </a:solidFill>
              <a:effectLst/>
              <a:uFillTx/>
              <a:latin typeface="Calibri"/>
            </a:endParaRPr>
          </a:p>
        </p:txBody>
      </p:sp>
      <p:pic>
        <p:nvPicPr>
          <p:cNvPr id="2050" name="Picture 2" descr="15 Clarifying Questions That Add Value to Customer Support Conversations">
            <a:extLst>
              <a:ext uri="{FF2B5EF4-FFF2-40B4-BE49-F238E27FC236}">
                <a16:creationId xmlns:a16="http://schemas.microsoft.com/office/drawing/2014/main" id="{FB9A2966-7228-FA10-5705-3F50EA83726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93351" y="1892580"/>
            <a:ext cx="6156975" cy="35590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58431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54" name="Rectangle 120">
            <a:extLst>
              <a:ext uri="{C183D7F6-B498-43B3-948B-1728B52AA6E4}">
                <adec:decorative xmlns:adec="http://schemas.microsoft.com/office/drawing/2017/decorative" val="1"/>
              </a:ext>
            </a:extLst>
          </p:cNvPr>
          <p:cNvSpPr/>
          <p:nvPr/>
        </p:nvSpPr>
        <p:spPr>
          <a:xfrm>
            <a:off x="0" y="0"/>
            <a:ext cx="12191760" cy="68576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chemeClr val="lt1"/>
              </a:solidFill>
              <a:effectLst/>
              <a:uFillTx/>
              <a:latin typeface="Calibri"/>
            </a:endParaRPr>
          </a:p>
        </p:txBody>
      </p:sp>
      <p:sp useBgFill="1">
        <p:nvSpPr>
          <p:cNvPr id="155" name="Rectangle 122">
            <a:extLst>
              <a:ext uri="{C183D7F6-B498-43B3-948B-1728B52AA6E4}">
                <adec:decorative xmlns:adec="http://schemas.microsoft.com/office/drawing/2017/decorative" val="1"/>
              </a:ext>
            </a:extLst>
          </p:cNvPr>
          <p:cNvSpPr/>
          <p:nvPr/>
        </p:nvSpPr>
        <p:spPr>
          <a:xfrm>
            <a:off x="558360" y="0"/>
            <a:ext cx="11167200" cy="2018520"/>
          </a:xfrm>
          <a:prstGeom prst="rect">
            <a:avLst/>
          </a:prstGeom>
          <a:ln w="9525">
            <a:solidFill>
              <a:srgbClr val="E1E1E1"/>
            </a:solidFill>
          </a:ln>
          <a:effectLst>
            <a:outerShdw blurRad="50760" dist="37674"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useBgFill="1">
        <p:nvSpPr>
          <p:cNvPr id="156" name="Rectangle 124">
            <a:extLst>
              <a:ext uri="{C183D7F6-B498-43B3-948B-1728B52AA6E4}">
                <adec:decorative xmlns:adec="http://schemas.microsoft.com/office/drawing/2017/decorative" val="1"/>
              </a:ext>
            </a:extLst>
          </p:cNvPr>
          <p:cNvSpPr/>
          <p:nvPr/>
        </p:nvSpPr>
        <p:spPr>
          <a:xfrm>
            <a:off x="567000" y="0"/>
            <a:ext cx="11155320" cy="2011320"/>
          </a:xfrm>
          <a:prstGeom prst="rect">
            <a:avLst/>
          </a:prstGeom>
          <a:ln w="952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effectLst/>
              <a:uFillTx/>
              <a:latin typeface="Calibri"/>
            </a:endParaRPr>
          </a:p>
        </p:txBody>
      </p:sp>
      <p:sp>
        <p:nvSpPr>
          <p:cNvPr id="157" name="PlaceHolder 1"/>
          <p:cNvSpPr>
            <a:spLocks noGrp="1"/>
          </p:cNvSpPr>
          <p:nvPr>
            <p:ph type="title"/>
          </p:nvPr>
        </p:nvSpPr>
        <p:spPr>
          <a:xfrm>
            <a:off x="1115640" y="548640"/>
            <a:ext cx="10167840" cy="117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1"/>
                </a:solidFill>
                <a:effectLst/>
                <a:uFillTx/>
                <a:latin typeface="Franklin Gothic Book"/>
              </a:rPr>
              <a:t>Demo part 2</a:t>
            </a:r>
            <a:endParaRPr lang="en-US" sz="4000" b="0" u="none" strike="noStrike">
              <a:solidFill>
                <a:schemeClr val="dk1"/>
              </a:solidFill>
              <a:effectLst/>
              <a:uFillTx/>
              <a:latin typeface="Calibri"/>
            </a:endParaRPr>
          </a:p>
        </p:txBody>
      </p:sp>
      <p:sp>
        <p:nvSpPr>
          <p:cNvPr id="158" name="Rectangle 126">
            <a:extLst>
              <a:ext uri="{C183D7F6-B498-43B3-948B-1728B52AA6E4}">
                <adec:decorative xmlns:adec="http://schemas.microsoft.com/office/drawing/2017/decorative" val="1"/>
              </a:ext>
            </a:extLst>
          </p:cNvPr>
          <p:cNvSpPr/>
          <p:nvPr/>
        </p:nvSpPr>
        <p:spPr>
          <a:xfrm>
            <a:off x="498960" y="758880"/>
            <a:ext cx="127800" cy="7038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u="none" strike="noStrike">
              <a:solidFill>
                <a:srgbClr val="FFFFFF"/>
              </a:solidFill>
              <a:effectLst/>
              <a:uFillTx/>
              <a:latin typeface="Calibri"/>
            </a:endParaRPr>
          </a:p>
        </p:txBody>
      </p:sp>
      <p:sp>
        <p:nvSpPr>
          <p:cNvPr id="159" name="PlaceHolder 2"/>
          <p:cNvSpPr>
            <a:spLocks noGrp="1"/>
          </p:cNvSpPr>
          <p:nvPr>
            <p:ph/>
          </p:nvPr>
        </p:nvSpPr>
        <p:spPr>
          <a:xfrm>
            <a:off x="1115640" y="2481840"/>
            <a:ext cx="10167840" cy="3694680"/>
          </a:xfrm>
          <a:prstGeom prst="rect">
            <a:avLst/>
          </a:prstGeom>
          <a:noFill/>
          <a:ln w="0">
            <a:noFill/>
          </a:ln>
        </p:spPr>
        <p:txBody>
          <a:bodyPr lIns="91440" tIns="45720" rIns="91440" bIns="45720" anchor="t">
            <a:normAutofit/>
          </a:bodyPr>
          <a:lstStyle/>
          <a:p>
            <a:pPr marL="384120" indent="-384120" defTabSz="914400">
              <a:lnSpc>
                <a:spcPct val="90000"/>
              </a:lnSpc>
              <a:spcBef>
                <a:spcPts val="1001"/>
              </a:spcBef>
              <a:spcAft>
                <a:spcPts val="201"/>
              </a:spcAft>
              <a:buClr>
                <a:srgbClr val="191B0E"/>
              </a:buClr>
              <a:buFont typeface="Franklin Gothic Book"/>
              <a:buChar char="■"/>
            </a:pPr>
            <a:r>
              <a:rPr lang="en-US" sz="2200" b="0" u="none" strike="noStrike">
                <a:solidFill>
                  <a:schemeClr val="dk1"/>
                </a:solidFill>
                <a:effectLst/>
                <a:uFillTx/>
                <a:latin typeface="Franklin Gothic Book"/>
              </a:rPr>
              <a:t>Show multiple queries (create, modify, find) in both cycling (lionweb) and event management (lark)</a:t>
            </a:r>
            <a:endParaRPr lang="en-US" sz="2200" b="0" u="none" strike="noStrike">
              <a:solidFill>
                <a:schemeClr val="dk1"/>
              </a:solidFill>
              <a:effectLst/>
              <a:uFillTx/>
              <a:latin typeface="Calibri"/>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157"/>
                                        </p:tgtEl>
                                        <p:attrNameLst>
                                          <p:attrName>style.visibility</p:attrName>
                                        </p:attrNameLst>
                                      </p:cBhvr>
                                      <p:to>
                                        <p:strVal val="visible"/>
                                      </p:to>
                                    </p:set>
                                    <p:animEffect transition="in" filter="fade">
                                      <p:cBhvr additive="repl">
                                        <p:cTn id="7" dur="400"/>
                                        <p:tgtEl>
                                          <p:spTgt spid="1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2013 - 2022 Theme">
  <a:themeElements>
    <a:clrScheme name="Office 2013 - 2022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4261</TotalTime>
  <Words>869</Words>
  <Application>Microsoft Office PowerPoint</Application>
  <PresentationFormat>Widescreen</PresentationFormat>
  <Paragraphs>120</Paragraphs>
  <Slides>13</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Calibri Light</vt:lpstr>
      <vt:lpstr>Franklin Gothic Book</vt:lpstr>
      <vt:lpstr>Symbol</vt:lpstr>
      <vt:lpstr>Wingdings</vt:lpstr>
      <vt:lpstr>Office 2013 - 2022 Theme</vt:lpstr>
      <vt:lpstr>Making DSLs conversable</vt:lpstr>
      <vt:lpstr>DSLs are great</vt:lpstr>
      <vt:lpstr>Use case:  BEAT Cyling Club </vt:lpstr>
      <vt:lpstr>PowerPoint Presentation</vt:lpstr>
      <vt:lpstr>Accessibility issue</vt:lpstr>
      <vt:lpstr>PowerPoint Presentation</vt:lpstr>
      <vt:lpstr>LLMs ≠ Domain Understanding</vt:lpstr>
      <vt:lpstr>Best of both worlds – Separation of concerns</vt:lpstr>
      <vt:lpstr>Demo (first part - to show how the envisioned system could look like)</vt:lpstr>
      <vt:lpstr>Keeping roles separate with Connector</vt:lpstr>
      <vt:lpstr>High level system design</vt:lpstr>
      <vt:lpstr>Implementation</vt:lpstr>
      <vt:lpstr>Demo part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Tagnet Security</dc:creator>
  <dc:description/>
  <cp:lastModifiedBy>Tagnet Security</cp:lastModifiedBy>
  <cp:revision>76</cp:revision>
  <dcterms:created xsi:type="dcterms:W3CDTF">2025-10-07T13:36:30Z</dcterms:created>
  <dcterms:modified xsi:type="dcterms:W3CDTF">2025-10-13T13:22:11Z</dcterms:modified>
  <dc:language>nl-NL</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r8>12</vt:r8>
  </property>
</Properties>
</file>